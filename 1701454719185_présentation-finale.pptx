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77" r:id="rId2"/>
    <p:sldMasterId id="2147483686" r:id="rId3"/>
    <p:sldMasterId id="2147483691" r:id="rId4"/>
    <p:sldMasterId id="2147483703" r:id="rId5"/>
    <p:sldMasterId id="2147483706" r:id="rId6"/>
    <p:sldMasterId id="2147483712" r:id="rId7"/>
  </p:sldMasterIdLst>
  <p:notesMasterIdLst>
    <p:notesMasterId r:id="rId38"/>
  </p:notesMasterIdLst>
  <p:handoutMasterIdLst>
    <p:handoutMasterId r:id="rId39"/>
  </p:handoutMasterIdLst>
  <p:sldIdLst>
    <p:sldId id="257" r:id="rId8"/>
    <p:sldId id="277" r:id="rId9"/>
    <p:sldId id="326" r:id="rId10"/>
    <p:sldId id="386" r:id="rId11"/>
    <p:sldId id="384" r:id="rId12"/>
    <p:sldId id="381" r:id="rId13"/>
    <p:sldId id="330" r:id="rId14"/>
    <p:sldId id="393" r:id="rId15"/>
    <p:sldId id="351" r:id="rId16"/>
    <p:sldId id="382" r:id="rId17"/>
    <p:sldId id="394" r:id="rId18"/>
    <p:sldId id="395" r:id="rId19"/>
    <p:sldId id="396" r:id="rId20"/>
    <p:sldId id="397" r:id="rId21"/>
    <p:sldId id="398" r:id="rId22"/>
    <p:sldId id="401" r:id="rId23"/>
    <p:sldId id="402" r:id="rId24"/>
    <p:sldId id="403" r:id="rId25"/>
    <p:sldId id="404" r:id="rId26"/>
    <p:sldId id="405" r:id="rId27"/>
    <p:sldId id="406" r:id="rId28"/>
    <p:sldId id="407" r:id="rId29"/>
    <p:sldId id="410" r:id="rId30"/>
    <p:sldId id="408" r:id="rId31"/>
    <p:sldId id="409" r:id="rId32"/>
    <p:sldId id="413" r:id="rId33"/>
    <p:sldId id="414" r:id="rId34"/>
    <p:sldId id="389" r:id="rId35"/>
    <p:sldId id="411" r:id="rId36"/>
    <p:sldId id="412"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6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ma khmiri" initials="ak" lastIdx="0" clrIdx="0">
    <p:extLst>
      <p:ext uri="{19B8F6BF-5375-455C-9EA6-DF929625EA0E}">
        <p15:presenceInfo xmlns:p15="http://schemas.microsoft.com/office/powerpoint/2012/main" userId="1eeddbc38f63a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973"/>
    <a:srgbClr val="5AA2AE"/>
    <a:srgbClr val="4A66AC"/>
    <a:srgbClr val="297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98" autoAdjust="0"/>
    <p:restoredTop sz="77908" autoAdjust="0"/>
  </p:normalViewPr>
  <p:slideViewPr>
    <p:cSldViewPr snapToGrid="0" showGuides="1">
      <p:cViewPr varScale="1">
        <p:scale>
          <a:sx n="58" d="100"/>
          <a:sy n="58" d="100"/>
        </p:scale>
        <p:origin x="1502" y="67"/>
      </p:cViewPr>
      <p:guideLst>
        <p:guide orient="horz" pos="2115"/>
        <p:guide pos="3863"/>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4" d="100"/>
          <a:sy n="54" d="100"/>
        </p:scale>
        <p:origin x="282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F1DCA-7AE0-4DFA-A3DC-3F1BD7277555}" type="doc">
      <dgm:prSet loTypeId="urn:microsoft.com/office/officeart/2005/8/layout/chevron2" loCatId="list" qsTypeId="urn:microsoft.com/office/officeart/2005/8/quickstyle/simple5" qsCatId="simple" csTypeId="urn:microsoft.com/office/officeart/2005/8/colors/accent1_2" csCatId="accent1" phldr="1"/>
      <dgm:spPr/>
      <dgm:t>
        <a:bodyPr/>
        <a:lstStyle/>
        <a:p>
          <a:endParaRPr lang="fr-FR"/>
        </a:p>
      </dgm:t>
    </dgm:pt>
    <dgm:pt modelId="{A954C029-ADC9-4A34-8EBB-8806FCFA18E0}">
      <dgm:prSet phldrT="[Texte]" custT="1"/>
      <dgm:spPr/>
      <dgm:t>
        <a:bodyPr/>
        <a:lstStyle/>
        <a:p>
          <a:pPr algn="l"/>
          <a:r>
            <a:rPr lang="fr-FR" sz="2800" kern="1200" dirty="0">
              <a:solidFill>
                <a:prstClr val="black">
                  <a:hueOff val="0"/>
                  <a:satOff val="0"/>
                  <a:lumOff val="0"/>
                  <a:alphaOff val="0"/>
                </a:prstClr>
              </a:solidFill>
              <a:latin typeface="Open Sans"/>
              <a:ea typeface="Spica Neue"/>
              <a:cs typeface="+mn-cs"/>
            </a:rPr>
            <a:t>Objectifs atteints</a:t>
          </a:r>
        </a:p>
      </dgm:t>
    </dgm:pt>
    <dgm:pt modelId="{D6EFFD68-B28C-42F0-AC58-DF7E967865EC}" type="parTrans" cxnId="{E6613400-E366-4688-B13D-BFD65AF3AA2D}">
      <dgm:prSet/>
      <dgm:spPr/>
      <dgm:t>
        <a:bodyPr/>
        <a:lstStyle/>
        <a:p>
          <a:pPr algn="l"/>
          <a:endParaRPr lang="fr-FR">
            <a:latin typeface="Times New Roman" panose="02020603050405020304" pitchFamily="18" charset="0"/>
            <a:cs typeface="Times New Roman" panose="02020603050405020304" pitchFamily="18" charset="0"/>
          </a:endParaRPr>
        </a:p>
      </dgm:t>
    </dgm:pt>
    <dgm:pt modelId="{7F16FD25-4E14-4E7D-A928-3F80A11BBFB2}" type="sibTrans" cxnId="{E6613400-E366-4688-B13D-BFD65AF3AA2D}">
      <dgm:prSet/>
      <dgm:spPr/>
      <dgm:t>
        <a:bodyPr/>
        <a:lstStyle/>
        <a:p>
          <a:pPr algn="l"/>
          <a:endParaRPr lang="fr-FR">
            <a:latin typeface="Times New Roman" panose="02020603050405020304" pitchFamily="18" charset="0"/>
            <a:cs typeface="Times New Roman" panose="02020603050405020304" pitchFamily="18" charset="0"/>
          </a:endParaRPr>
        </a:p>
      </dgm:t>
    </dgm:pt>
    <dgm:pt modelId="{D355ABEA-F0AB-46CE-B937-0889CBD20D0C}">
      <dgm:prSet phldrT="[Texte]"/>
      <dgm:spPr/>
      <dgm:t>
        <a:bodyPr/>
        <a:lstStyle/>
        <a:p>
          <a:pPr algn="ctr"/>
          <a:r>
            <a:rPr lang="fr-FR" b="1">
              <a:latin typeface="Times New Roman" panose="02020603050405020304" pitchFamily="18" charset="0"/>
              <a:cs typeface="Times New Roman" panose="02020603050405020304" pitchFamily="18" charset="0"/>
            </a:rPr>
            <a:t>2</a:t>
          </a:r>
        </a:p>
      </dgm:t>
    </dgm:pt>
    <dgm:pt modelId="{9345022F-9B85-4B81-A4D3-091E35162816}" type="parTrans" cxnId="{2D4917A4-C4AD-43EF-B50C-0CB5F7C548DF}">
      <dgm:prSet/>
      <dgm:spPr/>
      <dgm:t>
        <a:bodyPr/>
        <a:lstStyle/>
        <a:p>
          <a:pPr algn="l"/>
          <a:endParaRPr lang="fr-FR">
            <a:latin typeface="Times New Roman" panose="02020603050405020304" pitchFamily="18" charset="0"/>
            <a:cs typeface="Times New Roman" panose="02020603050405020304" pitchFamily="18" charset="0"/>
          </a:endParaRPr>
        </a:p>
      </dgm:t>
    </dgm:pt>
    <dgm:pt modelId="{90B02688-BB67-4215-BB08-CB1A14D7497D}" type="sibTrans" cxnId="{2D4917A4-C4AD-43EF-B50C-0CB5F7C548DF}">
      <dgm:prSet/>
      <dgm:spPr/>
      <dgm:t>
        <a:bodyPr/>
        <a:lstStyle/>
        <a:p>
          <a:pPr algn="l"/>
          <a:endParaRPr lang="fr-FR">
            <a:latin typeface="Times New Roman" panose="02020603050405020304" pitchFamily="18" charset="0"/>
            <a:cs typeface="Times New Roman" panose="02020603050405020304" pitchFamily="18" charset="0"/>
          </a:endParaRPr>
        </a:p>
      </dgm:t>
    </dgm:pt>
    <dgm:pt modelId="{F84D5AC6-0576-4BFC-BBF4-CBD3208337C6}">
      <dgm:prSet phldrT="[Texte]" custT="1"/>
      <dgm:spPr/>
      <dgm:t>
        <a:bodyPr/>
        <a:lstStyle/>
        <a:p>
          <a:pPr algn="l"/>
          <a:r>
            <a:rPr lang="en-US" sz="2800" dirty="0"/>
            <a:t>Gain de temps</a:t>
          </a:r>
          <a:endParaRPr lang="en-US" sz="2800" noProof="0" dirty="0">
            <a:latin typeface="Times New Roman" panose="02020603050405020304" pitchFamily="18" charset="0"/>
            <a:cs typeface="Times New Roman" panose="02020603050405020304" pitchFamily="18" charset="0"/>
          </a:endParaRPr>
        </a:p>
      </dgm:t>
    </dgm:pt>
    <dgm:pt modelId="{0E8A25D9-3BEF-4440-974B-D00A9380F063}" type="parTrans" cxnId="{D76607B1-8094-4715-A8FE-5B0384091B74}">
      <dgm:prSet/>
      <dgm:spPr/>
      <dgm:t>
        <a:bodyPr/>
        <a:lstStyle/>
        <a:p>
          <a:pPr algn="l"/>
          <a:endParaRPr lang="fr-FR">
            <a:latin typeface="Times New Roman" panose="02020603050405020304" pitchFamily="18" charset="0"/>
            <a:cs typeface="Times New Roman" panose="02020603050405020304" pitchFamily="18" charset="0"/>
          </a:endParaRPr>
        </a:p>
      </dgm:t>
    </dgm:pt>
    <dgm:pt modelId="{2335EA7B-149E-4E36-ABC3-81CFDF811365}" type="sibTrans" cxnId="{D76607B1-8094-4715-A8FE-5B0384091B74}">
      <dgm:prSet/>
      <dgm:spPr/>
      <dgm:t>
        <a:bodyPr/>
        <a:lstStyle/>
        <a:p>
          <a:pPr algn="l"/>
          <a:endParaRPr lang="fr-FR">
            <a:latin typeface="Times New Roman" panose="02020603050405020304" pitchFamily="18" charset="0"/>
            <a:cs typeface="Times New Roman" panose="02020603050405020304" pitchFamily="18" charset="0"/>
          </a:endParaRPr>
        </a:p>
      </dgm:t>
    </dgm:pt>
    <dgm:pt modelId="{933EEADD-E9A3-4A52-9CE2-AAB8CCE3E677}">
      <dgm:prSet phldrT="[Texte]"/>
      <dgm:spPr/>
      <dgm:t>
        <a:bodyPr/>
        <a:lstStyle/>
        <a:p>
          <a:pPr algn="ctr"/>
          <a:r>
            <a:rPr lang="fr-FR" b="1">
              <a:latin typeface="Times New Roman" panose="02020603050405020304" pitchFamily="18" charset="0"/>
              <a:cs typeface="Times New Roman" panose="02020603050405020304" pitchFamily="18" charset="0"/>
            </a:rPr>
            <a:t>3</a:t>
          </a:r>
        </a:p>
      </dgm:t>
    </dgm:pt>
    <dgm:pt modelId="{B31B5612-5A4F-4525-BB20-D3DFB2C1AF87}" type="parTrans" cxnId="{E46B17E8-F808-4DB6-98CF-B2E5EF8E5BF6}">
      <dgm:prSet/>
      <dgm:spPr/>
      <dgm:t>
        <a:bodyPr/>
        <a:lstStyle/>
        <a:p>
          <a:pPr algn="l"/>
          <a:endParaRPr lang="fr-FR">
            <a:latin typeface="Times New Roman" panose="02020603050405020304" pitchFamily="18" charset="0"/>
            <a:cs typeface="Times New Roman" panose="02020603050405020304" pitchFamily="18" charset="0"/>
          </a:endParaRPr>
        </a:p>
      </dgm:t>
    </dgm:pt>
    <dgm:pt modelId="{9F92D7CB-7C11-47D4-82CB-B3CBBACD0BBC}" type="sibTrans" cxnId="{E46B17E8-F808-4DB6-98CF-B2E5EF8E5BF6}">
      <dgm:prSet/>
      <dgm:spPr/>
      <dgm:t>
        <a:bodyPr/>
        <a:lstStyle/>
        <a:p>
          <a:pPr algn="l"/>
          <a:endParaRPr lang="fr-FR">
            <a:latin typeface="Times New Roman" panose="02020603050405020304" pitchFamily="18" charset="0"/>
            <a:cs typeface="Times New Roman" panose="02020603050405020304" pitchFamily="18" charset="0"/>
          </a:endParaRPr>
        </a:p>
      </dgm:t>
    </dgm:pt>
    <dgm:pt modelId="{BE02D1E2-3E6F-4B84-8413-A4DA970773B6}">
      <dgm:prSet phldrT="[Texte]" custT="1"/>
      <dgm:spPr/>
      <dgm:t>
        <a:bodyPr/>
        <a:lstStyle/>
        <a:p>
          <a:pPr algn="l"/>
          <a:r>
            <a:rPr lang="en-US" sz="2800" dirty="0"/>
            <a:t>Plus de </a:t>
          </a:r>
          <a:r>
            <a:rPr lang="en-US" sz="2800" dirty="0" err="1"/>
            <a:t>précisions</a:t>
          </a:r>
          <a:endParaRPr lang="fr-FR" sz="2800" dirty="0">
            <a:latin typeface="Times New Roman" panose="02020603050405020304" pitchFamily="18" charset="0"/>
            <a:cs typeface="Times New Roman" panose="02020603050405020304" pitchFamily="18" charset="0"/>
          </a:endParaRPr>
        </a:p>
      </dgm:t>
    </dgm:pt>
    <dgm:pt modelId="{59CFC3B7-002C-46BF-B732-52CBADD47F78}" type="parTrans" cxnId="{AC12302F-0B62-44D5-B765-C728C0296C2D}">
      <dgm:prSet/>
      <dgm:spPr/>
      <dgm:t>
        <a:bodyPr/>
        <a:lstStyle/>
        <a:p>
          <a:pPr algn="l"/>
          <a:endParaRPr lang="fr-FR">
            <a:latin typeface="Times New Roman" panose="02020603050405020304" pitchFamily="18" charset="0"/>
            <a:cs typeface="Times New Roman" panose="02020603050405020304" pitchFamily="18" charset="0"/>
          </a:endParaRPr>
        </a:p>
      </dgm:t>
    </dgm:pt>
    <dgm:pt modelId="{5A7376CF-6D9E-4027-A734-6765B8787C5A}" type="sibTrans" cxnId="{AC12302F-0B62-44D5-B765-C728C0296C2D}">
      <dgm:prSet/>
      <dgm:spPr/>
      <dgm:t>
        <a:bodyPr/>
        <a:lstStyle/>
        <a:p>
          <a:pPr algn="l"/>
          <a:endParaRPr lang="fr-FR">
            <a:latin typeface="Times New Roman" panose="02020603050405020304" pitchFamily="18" charset="0"/>
            <a:cs typeface="Times New Roman" panose="02020603050405020304" pitchFamily="18" charset="0"/>
          </a:endParaRPr>
        </a:p>
      </dgm:t>
    </dgm:pt>
    <dgm:pt modelId="{3BB85B89-5C15-4FDF-A2E9-3230C95C03A8}">
      <dgm:prSet/>
      <dgm:spPr/>
      <dgm:t>
        <a:bodyPr/>
        <a:lstStyle/>
        <a:p>
          <a:pPr algn="ctr"/>
          <a:r>
            <a:rPr lang="fr-FR" b="1">
              <a:latin typeface="Times New Roman" panose="02020603050405020304" pitchFamily="18" charset="0"/>
              <a:cs typeface="Times New Roman" panose="02020603050405020304" pitchFamily="18" charset="0"/>
            </a:rPr>
            <a:t>4</a:t>
          </a:r>
        </a:p>
      </dgm:t>
    </dgm:pt>
    <dgm:pt modelId="{510E2164-1856-4B03-BDCA-AC5F3517CD07}" type="parTrans" cxnId="{C8AECE43-B937-40AB-A357-539753D19215}">
      <dgm:prSet/>
      <dgm:spPr/>
      <dgm:t>
        <a:bodyPr/>
        <a:lstStyle/>
        <a:p>
          <a:pPr algn="l"/>
          <a:endParaRPr lang="fr-FR">
            <a:latin typeface="Times New Roman" panose="02020603050405020304" pitchFamily="18" charset="0"/>
            <a:cs typeface="Times New Roman" panose="02020603050405020304" pitchFamily="18" charset="0"/>
          </a:endParaRPr>
        </a:p>
      </dgm:t>
    </dgm:pt>
    <dgm:pt modelId="{5F7C3C77-AD7F-4EDC-9122-678122A04BB4}" type="sibTrans" cxnId="{C8AECE43-B937-40AB-A357-539753D19215}">
      <dgm:prSet/>
      <dgm:spPr/>
      <dgm:t>
        <a:bodyPr/>
        <a:lstStyle/>
        <a:p>
          <a:pPr algn="l"/>
          <a:endParaRPr lang="fr-FR">
            <a:latin typeface="Times New Roman" panose="02020603050405020304" pitchFamily="18" charset="0"/>
            <a:cs typeface="Times New Roman" panose="02020603050405020304" pitchFamily="18" charset="0"/>
          </a:endParaRPr>
        </a:p>
      </dgm:t>
    </dgm:pt>
    <dgm:pt modelId="{BFC2CD3D-7F8A-4390-ACAF-9F34BA33676B}">
      <dgm:prSet phldrT="[Texte]"/>
      <dgm:spPr/>
      <dgm:t>
        <a:bodyPr/>
        <a:lstStyle/>
        <a:p>
          <a:pPr algn="ctr"/>
          <a:r>
            <a:rPr lang="fr-FR" b="1">
              <a:latin typeface="Times New Roman" panose="02020603050405020304" pitchFamily="18" charset="0"/>
              <a:cs typeface="Times New Roman" panose="02020603050405020304" pitchFamily="18" charset="0"/>
            </a:rPr>
            <a:t>1</a:t>
          </a:r>
        </a:p>
      </dgm:t>
    </dgm:pt>
    <dgm:pt modelId="{CFC129BA-B21B-4EAE-B066-D17B1B823E4C}" type="sibTrans" cxnId="{4222CD75-A66F-4B3B-8D94-7F7459726611}">
      <dgm:prSet/>
      <dgm:spPr/>
      <dgm:t>
        <a:bodyPr/>
        <a:lstStyle/>
        <a:p>
          <a:pPr algn="l"/>
          <a:endParaRPr lang="fr-FR">
            <a:latin typeface="Times New Roman" panose="02020603050405020304" pitchFamily="18" charset="0"/>
            <a:cs typeface="Times New Roman" panose="02020603050405020304" pitchFamily="18" charset="0"/>
          </a:endParaRPr>
        </a:p>
      </dgm:t>
    </dgm:pt>
    <dgm:pt modelId="{765F9791-60BE-4ED1-9CAD-77A00D30D98C}" type="parTrans" cxnId="{4222CD75-A66F-4B3B-8D94-7F7459726611}">
      <dgm:prSet/>
      <dgm:spPr/>
      <dgm:t>
        <a:bodyPr/>
        <a:lstStyle/>
        <a:p>
          <a:pPr algn="l"/>
          <a:endParaRPr lang="fr-FR">
            <a:latin typeface="Times New Roman" panose="02020603050405020304" pitchFamily="18" charset="0"/>
            <a:cs typeface="Times New Roman" panose="02020603050405020304" pitchFamily="18" charset="0"/>
          </a:endParaRPr>
        </a:p>
      </dgm:t>
    </dgm:pt>
    <dgm:pt modelId="{156A1A9A-136D-40D4-A6BC-76EB6AD7F22F}">
      <dgm:prSet custT="1"/>
      <dgm:spPr/>
      <dgm:t>
        <a:bodyPr/>
        <a:lstStyle/>
        <a:p>
          <a:pPr algn="l"/>
          <a:r>
            <a:rPr lang="en-US" sz="2800" dirty="0"/>
            <a:t>Plus de pertinence</a:t>
          </a:r>
          <a:endParaRPr lang="fr-FR" sz="2800" dirty="0">
            <a:latin typeface="Times New Roman" panose="02020603050405020304" pitchFamily="18" charset="0"/>
            <a:cs typeface="Times New Roman" panose="02020603050405020304" pitchFamily="18" charset="0"/>
          </a:endParaRPr>
        </a:p>
      </dgm:t>
    </dgm:pt>
    <dgm:pt modelId="{F50A89FD-B4DA-454A-9010-4B2B65383973}" type="parTrans" cxnId="{0A622DAF-ECA2-4E86-9908-2E7F64B9D707}">
      <dgm:prSet/>
      <dgm:spPr/>
      <dgm:t>
        <a:bodyPr/>
        <a:lstStyle/>
        <a:p>
          <a:pPr algn="l"/>
          <a:endParaRPr lang="fr-FR">
            <a:latin typeface="Times New Roman" panose="02020603050405020304" pitchFamily="18" charset="0"/>
            <a:cs typeface="Times New Roman" panose="02020603050405020304" pitchFamily="18" charset="0"/>
          </a:endParaRPr>
        </a:p>
      </dgm:t>
    </dgm:pt>
    <dgm:pt modelId="{7D31CC8A-28BA-4BFB-85C9-85204825359E}" type="sibTrans" cxnId="{0A622DAF-ECA2-4E86-9908-2E7F64B9D707}">
      <dgm:prSet/>
      <dgm:spPr/>
      <dgm:t>
        <a:bodyPr/>
        <a:lstStyle/>
        <a:p>
          <a:pPr algn="l"/>
          <a:endParaRPr lang="fr-FR">
            <a:latin typeface="Times New Roman" panose="02020603050405020304" pitchFamily="18" charset="0"/>
            <a:cs typeface="Times New Roman" panose="02020603050405020304" pitchFamily="18" charset="0"/>
          </a:endParaRPr>
        </a:p>
      </dgm:t>
    </dgm:pt>
    <dgm:pt modelId="{38333CBB-2146-4DB8-990D-9A0D41F6B9C1}" type="pres">
      <dgm:prSet presAssocID="{DE6F1DCA-7AE0-4DFA-A3DC-3F1BD7277555}" presName="linearFlow" presStyleCnt="0">
        <dgm:presLayoutVars>
          <dgm:dir/>
          <dgm:animLvl val="lvl"/>
          <dgm:resizeHandles val="exact"/>
        </dgm:presLayoutVars>
      </dgm:prSet>
      <dgm:spPr/>
    </dgm:pt>
    <dgm:pt modelId="{A31A7BAF-65DB-4208-8C8B-D9604F2C316E}" type="pres">
      <dgm:prSet presAssocID="{BFC2CD3D-7F8A-4390-ACAF-9F34BA33676B}" presName="composite" presStyleCnt="0"/>
      <dgm:spPr/>
    </dgm:pt>
    <dgm:pt modelId="{6B9BCE39-4E81-45B2-B7AC-1B0156AC6E0A}" type="pres">
      <dgm:prSet presAssocID="{BFC2CD3D-7F8A-4390-ACAF-9F34BA33676B}" presName="parentText" presStyleLbl="alignNode1" presStyleIdx="0" presStyleCnt="4">
        <dgm:presLayoutVars>
          <dgm:chMax val="1"/>
          <dgm:bulletEnabled val="1"/>
        </dgm:presLayoutVars>
      </dgm:prSet>
      <dgm:spPr/>
    </dgm:pt>
    <dgm:pt modelId="{8692F81C-1AD7-484A-A39D-BAC4BF61CD63}" type="pres">
      <dgm:prSet presAssocID="{BFC2CD3D-7F8A-4390-ACAF-9F34BA33676B}" presName="descendantText" presStyleLbl="alignAcc1" presStyleIdx="0" presStyleCnt="4" custLinFactNeighborX="2104" custLinFactNeighborY="-4074">
        <dgm:presLayoutVars>
          <dgm:bulletEnabled val="1"/>
        </dgm:presLayoutVars>
      </dgm:prSet>
      <dgm:spPr/>
    </dgm:pt>
    <dgm:pt modelId="{3824B563-7A6F-4CAD-8B8A-AA5B774DD367}" type="pres">
      <dgm:prSet presAssocID="{CFC129BA-B21B-4EAE-B066-D17B1B823E4C}" presName="sp" presStyleCnt="0"/>
      <dgm:spPr/>
    </dgm:pt>
    <dgm:pt modelId="{545B9A40-A7DD-4A85-8E68-D1290A2D428F}" type="pres">
      <dgm:prSet presAssocID="{D355ABEA-F0AB-46CE-B937-0889CBD20D0C}" presName="composite" presStyleCnt="0"/>
      <dgm:spPr/>
    </dgm:pt>
    <dgm:pt modelId="{FD8F32F9-BFF2-4C29-B0CA-B3CFF393A369}" type="pres">
      <dgm:prSet presAssocID="{D355ABEA-F0AB-46CE-B937-0889CBD20D0C}" presName="parentText" presStyleLbl="alignNode1" presStyleIdx="1" presStyleCnt="4">
        <dgm:presLayoutVars>
          <dgm:chMax val="1"/>
          <dgm:bulletEnabled val="1"/>
        </dgm:presLayoutVars>
      </dgm:prSet>
      <dgm:spPr/>
    </dgm:pt>
    <dgm:pt modelId="{20CE6CDE-B0FA-4E26-8808-E8B56EBB94C4}" type="pres">
      <dgm:prSet presAssocID="{D355ABEA-F0AB-46CE-B937-0889CBD20D0C}" presName="descendantText" presStyleLbl="alignAcc1" presStyleIdx="1" presStyleCnt="4">
        <dgm:presLayoutVars>
          <dgm:bulletEnabled val="1"/>
        </dgm:presLayoutVars>
      </dgm:prSet>
      <dgm:spPr/>
    </dgm:pt>
    <dgm:pt modelId="{A17E15A5-4AA7-43D4-83DC-2F0D0D3FDA94}" type="pres">
      <dgm:prSet presAssocID="{90B02688-BB67-4215-BB08-CB1A14D7497D}" presName="sp" presStyleCnt="0"/>
      <dgm:spPr/>
    </dgm:pt>
    <dgm:pt modelId="{A57FD817-665E-4A46-B4EE-2DEB79BC781E}" type="pres">
      <dgm:prSet presAssocID="{933EEADD-E9A3-4A52-9CE2-AAB8CCE3E677}" presName="composite" presStyleCnt="0"/>
      <dgm:spPr/>
    </dgm:pt>
    <dgm:pt modelId="{B15C8662-9E87-4836-A30B-A0EA4265AC84}" type="pres">
      <dgm:prSet presAssocID="{933EEADD-E9A3-4A52-9CE2-AAB8CCE3E677}" presName="parentText" presStyleLbl="alignNode1" presStyleIdx="2" presStyleCnt="4">
        <dgm:presLayoutVars>
          <dgm:chMax val="1"/>
          <dgm:bulletEnabled val="1"/>
        </dgm:presLayoutVars>
      </dgm:prSet>
      <dgm:spPr/>
    </dgm:pt>
    <dgm:pt modelId="{8DB38D2E-F42B-40F2-8498-C72F4017C31C}" type="pres">
      <dgm:prSet presAssocID="{933EEADD-E9A3-4A52-9CE2-AAB8CCE3E677}" presName="descendantText" presStyleLbl="alignAcc1" presStyleIdx="2" presStyleCnt="4">
        <dgm:presLayoutVars>
          <dgm:bulletEnabled val="1"/>
        </dgm:presLayoutVars>
      </dgm:prSet>
      <dgm:spPr/>
    </dgm:pt>
    <dgm:pt modelId="{977CD397-5CBC-45D6-A10B-9DA0D428D75D}" type="pres">
      <dgm:prSet presAssocID="{9F92D7CB-7C11-47D4-82CB-B3CBBACD0BBC}" presName="sp" presStyleCnt="0"/>
      <dgm:spPr/>
    </dgm:pt>
    <dgm:pt modelId="{7F477724-1B38-4BD1-AEFE-3CB04A830467}" type="pres">
      <dgm:prSet presAssocID="{3BB85B89-5C15-4FDF-A2E9-3230C95C03A8}" presName="composite" presStyleCnt="0"/>
      <dgm:spPr/>
    </dgm:pt>
    <dgm:pt modelId="{EFA89273-2309-43BE-BB0F-9110764CC061}" type="pres">
      <dgm:prSet presAssocID="{3BB85B89-5C15-4FDF-A2E9-3230C95C03A8}" presName="parentText" presStyleLbl="alignNode1" presStyleIdx="3" presStyleCnt="4">
        <dgm:presLayoutVars>
          <dgm:chMax val="1"/>
          <dgm:bulletEnabled val="1"/>
        </dgm:presLayoutVars>
      </dgm:prSet>
      <dgm:spPr/>
    </dgm:pt>
    <dgm:pt modelId="{A79D4F2F-71A3-4F04-AAB1-E88376E7AE94}" type="pres">
      <dgm:prSet presAssocID="{3BB85B89-5C15-4FDF-A2E9-3230C95C03A8}" presName="descendantText" presStyleLbl="alignAcc1" presStyleIdx="3" presStyleCnt="4">
        <dgm:presLayoutVars>
          <dgm:bulletEnabled val="1"/>
        </dgm:presLayoutVars>
      </dgm:prSet>
      <dgm:spPr/>
    </dgm:pt>
  </dgm:ptLst>
  <dgm:cxnLst>
    <dgm:cxn modelId="{E6613400-E366-4688-B13D-BFD65AF3AA2D}" srcId="{BFC2CD3D-7F8A-4390-ACAF-9F34BA33676B}" destId="{A954C029-ADC9-4A34-8EBB-8806FCFA18E0}" srcOrd="0" destOrd="0" parTransId="{D6EFFD68-B28C-42F0-AC58-DF7E967865EC}" sibTransId="{7F16FD25-4E14-4E7D-A928-3F80A11BBFB2}"/>
    <dgm:cxn modelId="{E584270F-0EA5-4CF4-B9FE-C686FA4A3335}" type="presOf" srcId="{D355ABEA-F0AB-46CE-B937-0889CBD20D0C}" destId="{FD8F32F9-BFF2-4C29-B0CA-B3CFF393A369}" srcOrd="0" destOrd="0" presId="urn:microsoft.com/office/officeart/2005/8/layout/chevron2"/>
    <dgm:cxn modelId="{F11E0417-05B6-4A83-A803-BE4C78396281}" type="presOf" srcId="{BE02D1E2-3E6F-4B84-8413-A4DA970773B6}" destId="{8DB38D2E-F42B-40F2-8498-C72F4017C31C}" srcOrd="0" destOrd="0" presId="urn:microsoft.com/office/officeart/2005/8/layout/chevron2"/>
    <dgm:cxn modelId="{A84B0E18-CCE6-493F-9633-1586B44DEC52}" type="presOf" srcId="{3BB85B89-5C15-4FDF-A2E9-3230C95C03A8}" destId="{EFA89273-2309-43BE-BB0F-9110764CC061}" srcOrd="0" destOrd="0" presId="urn:microsoft.com/office/officeart/2005/8/layout/chevron2"/>
    <dgm:cxn modelId="{AC12302F-0B62-44D5-B765-C728C0296C2D}" srcId="{933EEADD-E9A3-4A52-9CE2-AAB8CCE3E677}" destId="{BE02D1E2-3E6F-4B84-8413-A4DA970773B6}" srcOrd="0" destOrd="0" parTransId="{59CFC3B7-002C-46BF-B732-52CBADD47F78}" sibTransId="{5A7376CF-6D9E-4027-A734-6765B8787C5A}"/>
    <dgm:cxn modelId="{4EBC283A-E9CC-4EA7-820D-DC12139F06E0}" type="presOf" srcId="{156A1A9A-136D-40D4-A6BC-76EB6AD7F22F}" destId="{A79D4F2F-71A3-4F04-AAB1-E88376E7AE94}" srcOrd="0" destOrd="0" presId="urn:microsoft.com/office/officeart/2005/8/layout/chevron2"/>
    <dgm:cxn modelId="{C8AECE43-B937-40AB-A357-539753D19215}" srcId="{DE6F1DCA-7AE0-4DFA-A3DC-3F1BD7277555}" destId="{3BB85B89-5C15-4FDF-A2E9-3230C95C03A8}" srcOrd="3" destOrd="0" parTransId="{510E2164-1856-4B03-BDCA-AC5F3517CD07}" sibTransId="{5F7C3C77-AD7F-4EDC-9122-678122A04BB4}"/>
    <dgm:cxn modelId="{4222CD75-A66F-4B3B-8D94-7F7459726611}" srcId="{DE6F1DCA-7AE0-4DFA-A3DC-3F1BD7277555}" destId="{BFC2CD3D-7F8A-4390-ACAF-9F34BA33676B}" srcOrd="0" destOrd="0" parTransId="{765F9791-60BE-4ED1-9CAD-77A00D30D98C}" sibTransId="{CFC129BA-B21B-4EAE-B066-D17B1B823E4C}"/>
    <dgm:cxn modelId="{444D429D-07D5-4831-A1ED-8DE4A687D842}" type="presOf" srcId="{DE6F1DCA-7AE0-4DFA-A3DC-3F1BD7277555}" destId="{38333CBB-2146-4DB8-990D-9A0D41F6B9C1}" srcOrd="0" destOrd="0" presId="urn:microsoft.com/office/officeart/2005/8/layout/chevron2"/>
    <dgm:cxn modelId="{2D4917A4-C4AD-43EF-B50C-0CB5F7C548DF}" srcId="{DE6F1DCA-7AE0-4DFA-A3DC-3F1BD7277555}" destId="{D355ABEA-F0AB-46CE-B937-0889CBD20D0C}" srcOrd="1" destOrd="0" parTransId="{9345022F-9B85-4B81-A4D3-091E35162816}" sibTransId="{90B02688-BB67-4215-BB08-CB1A14D7497D}"/>
    <dgm:cxn modelId="{D3ECB5A8-B887-45B9-BA57-B0E2C54591A4}" type="presOf" srcId="{BFC2CD3D-7F8A-4390-ACAF-9F34BA33676B}" destId="{6B9BCE39-4E81-45B2-B7AC-1B0156AC6E0A}" srcOrd="0" destOrd="0" presId="urn:microsoft.com/office/officeart/2005/8/layout/chevron2"/>
    <dgm:cxn modelId="{0A622DAF-ECA2-4E86-9908-2E7F64B9D707}" srcId="{3BB85B89-5C15-4FDF-A2E9-3230C95C03A8}" destId="{156A1A9A-136D-40D4-A6BC-76EB6AD7F22F}" srcOrd="0" destOrd="0" parTransId="{F50A89FD-B4DA-454A-9010-4B2B65383973}" sibTransId="{7D31CC8A-28BA-4BFB-85C9-85204825359E}"/>
    <dgm:cxn modelId="{6E4BC3B0-FCE2-4F6E-A230-D856B5A4CF47}" type="presOf" srcId="{A954C029-ADC9-4A34-8EBB-8806FCFA18E0}" destId="{8692F81C-1AD7-484A-A39D-BAC4BF61CD63}" srcOrd="0" destOrd="0" presId="urn:microsoft.com/office/officeart/2005/8/layout/chevron2"/>
    <dgm:cxn modelId="{D76607B1-8094-4715-A8FE-5B0384091B74}" srcId="{D355ABEA-F0AB-46CE-B937-0889CBD20D0C}" destId="{F84D5AC6-0576-4BFC-BBF4-CBD3208337C6}" srcOrd="0" destOrd="0" parTransId="{0E8A25D9-3BEF-4440-974B-D00A9380F063}" sibTransId="{2335EA7B-149E-4E36-ABC3-81CFDF811365}"/>
    <dgm:cxn modelId="{DB490DBA-D269-4AC9-84C1-7646533016D3}" type="presOf" srcId="{933EEADD-E9A3-4A52-9CE2-AAB8CCE3E677}" destId="{B15C8662-9E87-4836-A30B-A0EA4265AC84}" srcOrd="0" destOrd="0" presId="urn:microsoft.com/office/officeart/2005/8/layout/chevron2"/>
    <dgm:cxn modelId="{D6BB11D4-1ECB-4158-937D-155492AC780B}" type="presOf" srcId="{F84D5AC6-0576-4BFC-BBF4-CBD3208337C6}" destId="{20CE6CDE-B0FA-4E26-8808-E8B56EBB94C4}" srcOrd="0" destOrd="0" presId="urn:microsoft.com/office/officeart/2005/8/layout/chevron2"/>
    <dgm:cxn modelId="{E46B17E8-F808-4DB6-98CF-B2E5EF8E5BF6}" srcId="{DE6F1DCA-7AE0-4DFA-A3DC-3F1BD7277555}" destId="{933EEADD-E9A3-4A52-9CE2-AAB8CCE3E677}" srcOrd="2" destOrd="0" parTransId="{B31B5612-5A4F-4525-BB20-D3DFB2C1AF87}" sibTransId="{9F92D7CB-7C11-47D4-82CB-B3CBBACD0BBC}"/>
    <dgm:cxn modelId="{0932D78E-C0A8-4922-AF34-3A57829D23E6}" type="presParOf" srcId="{38333CBB-2146-4DB8-990D-9A0D41F6B9C1}" destId="{A31A7BAF-65DB-4208-8C8B-D9604F2C316E}" srcOrd="0" destOrd="0" presId="urn:microsoft.com/office/officeart/2005/8/layout/chevron2"/>
    <dgm:cxn modelId="{6AA6942D-E762-428B-8F30-8E9C1BF43621}" type="presParOf" srcId="{A31A7BAF-65DB-4208-8C8B-D9604F2C316E}" destId="{6B9BCE39-4E81-45B2-B7AC-1B0156AC6E0A}" srcOrd="0" destOrd="0" presId="urn:microsoft.com/office/officeart/2005/8/layout/chevron2"/>
    <dgm:cxn modelId="{FB9DB0F0-BC2F-40D9-A27E-7D639C8DD365}" type="presParOf" srcId="{A31A7BAF-65DB-4208-8C8B-D9604F2C316E}" destId="{8692F81C-1AD7-484A-A39D-BAC4BF61CD63}" srcOrd="1" destOrd="0" presId="urn:microsoft.com/office/officeart/2005/8/layout/chevron2"/>
    <dgm:cxn modelId="{826C9613-02BD-4932-8042-12DEE1B11EF1}" type="presParOf" srcId="{38333CBB-2146-4DB8-990D-9A0D41F6B9C1}" destId="{3824B563-7A6F-4CAD-8B8A-AA5B774DD367}" srcOrd="1" destOrd="0" presId="urn:microsoft.com/office/officeart/2005/8/layout/chevron2"/>
    <dgm:cxn modelId="{C7F6DD76-4815-4985-BFB6-8BC2C91FF87E}" type="presParOf" srcId="{38333CBB-2146-4DB8-990D-9A0D41F6B9C1}" destId="{545B9A40-A7DD-4A85-8E68-D1290A2D428F}" srcOrd="2" destOrd="0" presId="urn:microsoft.com/office/officeart/2005/8/layout/chevron2"/>
    <dgm:cxn modelId="{70416EE4-4BAA-4AA0-9F8A-B684DE7D02C1}" type="presParOf" srcId="{545B9A40-A7DD-4A85-8E68-D1290A2D428F}" destId="{FD8F32F9-BFF2-4C29-B0CA-B3CFF393A369}" srcOrd="0" destOrd="0" presId="urn:microsoft.com/office/officeart/2005/8/layout/chevron2"/>
    <dgm:cxn modelId="{8BCCDFCC-C436-4F65-9FD9-DBF3D5B2E75D}" type="presParOf" srcId="{545B9A40-A7DD-4A85-8E68-D1290A2D428F}" destId="{20CE6CDE-B0FA-4E26-8808-E8B56EBB94C4}" srcOrd="1" destOrd="0" presId="urn:microsoft.com/office/officeart/2005/8/layout/chevron2"/>
    <dgm:cxn modelId="{C3EC7A65-4784-482D-B7D2-944AD5235FFC}" type="presParOf" srcId="{38333CBB-2146-4DB8-990D-9A0D41F6B9C1}" destId="{A17E15A5-4AA7-43D4-83DC-2F0D0D3FDA94}" srcOrd="3" destOrd="0" presId="urn:microsoft.com/office/officeart/2005/8/layout/chevron2"/>
    <dgm:cxn modelId="{9710BF10-414F-4884-B7CD-B5FE74FB20E1}" type="presParOf" srcId="{38333CBB-2146-4DB8-990D-9A0D41F6B9C1}" destId="{A57FD817-665E-4A46-B4EE-2DEB79BC781E}" srcOrd="4" destOrd="0" presId="urn:microsoft.com/office/officeart/2005/8/layout/chevron2"/>
    <dgm:cxn modelId="{1A584831-462C-4B33-88CB-A1422C6C4C6A}" type="presParOf" srcId="{A57FD817-665E-4A46-B4EE-2DEB79BC781E}" destId="{B15C8662-9E87-4836-A30B-A0EA4265AC84}" srcOrd="0" destOrd="0" presId="urn:microsoft.com/office/officeart/2005/8/layout/chevron2"/>
    <dgm:cxn modelId="{3A7042C7-4AEA-466E-A1A6-85A3B88568DD}" type="presParOf" srcId="{A57FD817-665E-4A46-B4EE-2DEB79BC781E}" destId="{8DB38D2E-F42B-40F2-8498-C72F4017C31C}" srcOrd="1" destOrd="0" presId="urn:microsoft.com/office/officeart/2005/8/layout/chevron2"/>
    <dgm:cxn modelId="{DD7A1546-4ACA-4443-BA0C-ADC6AB161B0D}" type="presParOf" srcId="{38333CBB-2146-4DB8-990D-9A0D41F6B9C1}" destId="{977CD397-5CBC-45D6-A10B-9DA0D428D75D}" srcOrd="5" destOrd="0" presId="urn:microsoft.com/office/officeart/2005/8/layout/chevron2"/>
    <dgm:cxn modelId="{AD120543-7952-47C7-8F4C-96C40015E326}" type="presParOf" srcId="{38333CBB-2146-4DB8-990D-9A0D41F6B9C1}" destId="{7F477724-1B38-4BD1-AEFE-3CB04A830467}" srcOrd="6" destOrd="0" presId="urn:microsoft.com/office/officeart/2005/8/layout/chevron2"/>
    <dgm:cxn modelId="{364F14A5-F2EA-48AD-B142-39D7AA4F2133}" type="presParOf" srcId="{7F477724-1B38-4BD1-AEFE-3CB04A830467}" destId="{EFA89273-2309-43BE-BB0F-9110764CC061}" srcOrd="0" destOrd="0" presId="urn:microsoft.com/office/officeart/2005/8/layout/chevron2"/>
    <dgm:cxn modelId="{BECF1D14-467A-4662-A446-FBA471B01FC4}" type="presParOf" srcId="{7F477724-1B38-4BD1-AEFE-3CB04A830467}" destId="{A79D4F2F-71A3-4F04-AAB1-E88376E7AE9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9BCE39-4E81-45B2-B7AC-1B0156AC6E0A}">
      <dsp:nvSpPr>
        <dsp:cNvPr id="0" name=""/>
        <dsp:cNvSpPr/>
      </dsp:nvSpPr>
      <dsp:spPr>
        <a:xfrm rot="5400000">
          <a:off x="-167409" y="170192"/>
          <a:ext cx="1116061" cy="781242"/>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fr-FR" sz="2300" b="1" kern="1200">
              <a:latin typeface="Times New Roman" panose="02020603050405020304" pitchFamily="18" charset="0"/>
              <a:cs typeface="Times New Roman" panose="02020603050405020304" pitchFamily="18" charset="0"/>
            </a:rPr>
            <a:t>1</a:t>
          </a:r>
        </a:p>
      </dsp:txBody>
      <dsp:txXfrm rot="-5400000">
        <a:off x="1" y="393403"/>
        <a:ext cx="781242" cy="334819"/>
      </dsp:txXfrm>
    </dsp:sp>
    <dsp:sp modelId="{8692F81C-1AD7-484A-A39D-BAC4BF61CD63}">
      <dsp:nvSpPr>
        <dsp:cNvPr id="0" name=""/>
        <dsp:cNvSpPr/>
      </dsp:nvSpPr>
      <dsp:spPr>
        <a:xfrm rot="5400000">
          <a:off x="3738478" y="-2957235"/>
          <a:ext cx="725439" cy="6639911"/>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fr-FR" sz="2800" kern="1200" dirty="0">
              <a:solidFill>
                <a:prstClr val="black">
                  <a:hueOff val="0"/>
                  <a:satOff val="0"/>
                  <a:lumOff val="0"/>
                  <a:alphaOff val="0"/>
                </a:prstClr>
              </a:solidFill>
              <a:latin typeface="Open Sans"/>
              <a:ea typeface="Spica Neue"/>
              <a:cs typeface="+mn-cs"/>
            </a:rPr>
            <a:t>Objectifs atteints</a:t>
          </a:r>
        </a:p>
      </dsp:txBody>
      <dsp:txXfrm rot="-5400000">
        <a:off x="781243" y="35413"/>
        <a:ext cx="6604498" cy="654613"/>
      </dsp:txXfrm>
    </dsp:sp>
    <dsp:sp modelId="{FD8F32F9-BFF2-4C29-B0CA-B3CFF393A369}">
      <dsp:nvSpPr>
        <dsp:cNvPr id="0" name=""/>
        <dsp:cNvSpPr/>
      </dsp:nvSpPr>
      <dsp:spPr>
        <a:xfrm rot="5400000">
          <a:off x="-167409" y="1137685"/>
          <a:ext cx="1116061" cy="781242"/>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fr-FR" sz="2300" b="1" kern="1200">
              <a:latin typeface="Times New Roman" panose="02020603050405020304" pitchFamily="18" charset="0"/>
              <a:cs typeface="Times New Roman" panose="02020603050405020304" pitchFamily="18" charset="0"/>
            </a:rPr>
            <a:t>2</a:t>
          </a:r>
        </a:p>
      </dsp:txBody>
      <dsp:txXfrm rot="-5400000">
        <a:off x="1" y="1360896"/>
        <a:ext cx="781242" cy="334819"/>
      </dsp:txXfrm>
    </dsp:sp>
    <dsp:sp modelId="{20CE6CDE-B0FA-4E26-8808-E8B56EBB94C4}">
      <dsp:nvSpPr>
        <dsp:cNvPr id="0" name=""/>
        <dsp:cNvSpPr/>
      </dsp:nvSpPr>
      <dsp:spPr>
        <a:xfrm rot="5400000">
          <a:off x="3738478" y="-1986959"/>
          <a:ext cx="725439" cy="6639911"/>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Gain de temps</a:t>
          </a:r>
          <a:endParaRPr lang="en-US" sz="2800" kern="1200" noProof="0" dirty="0">
            <a:latin typeface="Times New Roman" panose="02020603050405020304" pitchFamily="18" charset="0"/>
            <a:cs typeface="Times New Roman" panose="02020603050405020304" pitchFamily="18" charset="0"/>
          </a:endParaRPr>
        </a:p>
      </dsp:txBody>
      <dsp:txXfrm rot="-5400000">
        <a:off x="781243" y="1005689"/>
        <a:ext cx="6604498" cy="654613"/>
      </dsp:txXfrm>
    </dsp:sp>
    <dsp:sp modelId="{B15C8662-9E87-4836-A30B-A0EA4265AC84}">
      <dsp:nvSpPr>
        <dsp:cNvPr id="0" name=""/>
        <dsp:cNvSpPr/>
      </dsp:nvSpPr>
      <dsp:spPr>
        <a:xfrm rot="5400000">
          <a:off x="-167409" y="2105179"/>
          <a:ext cx="1116061" cy="781242"/>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fr-FR" sz="2300" b="1" kern="1200">
              <a:latin typeface="Times New Roman" panose="02020603050405020304" pitchFamily="18" charset="0"/>
              <a:cs typeface="Times New Roman" panose="02020603050405020304" pitchFamily="18" charset="0"/>
            </a:rPr>
            <a:t>3</a:t>
          </a:r>
        </a:p>
      </dsp:txBody>
      <dsp:txXfrm rot="-5400000">
        <a:off x="1" y="2328390"/>
        <a:ext cx="781242" cy="334819"/>
      </dsp:txXfrm>
    </dsp:sp>
    <dsp:sp modelId="{8DB38D2E-F42B-40F2-8498-C72F4017C31C}">
      <dsp:nvSpPr>
        <dsp:cNvPr id="0" name=""/>
        <dsp:cNvSpPr/>
      </dsp:nvSpPr>
      <dsp:spPr>
        <a:xfrm rot="5400000">
          <a:off x="3738478" y="-1019465"/>
          <a:ext cx="725439" cy="6639911"/>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Plus de </a:t>
          </a:r>
          <a:r>
            <a:rPr lang="en-US" sz="2800" kern="1200" dirty="0" err="1"/>
            <a:t>précisions</a:t>
          </a:r>
          <a:endParaRPr lang="fr-FR" sz="2800" kern="1200" dirty="0">
            <a:latin typeface="Times New Roman" panose="02020603050405020304" pitchFamily="18" charset="0"/>
            <a:cs typeface="Times New Roman" panose="02020603050405020304" pitchFamily="18" charset="0"/>
          </a:endParaRPr>
        </a:p>
      </dsp:txBody>
      <dsp:txXfrm rot="-5400000">
        <a:off x="781243" y="1973183"/>
        <a:ext cx="6604498" cy="654613"/>
      </dsp:txXfrm>
    </dsp:sp>
    <dsp:sp modelId="{EFA89273-2309-43BE-BB0F-9110764CC061}">
      <dsp:nvSpPr>
        <dsp:cNvPr id="0" name=""/>
        <dsp:cNvSpPr/>
      </dsp:nvSpPr>
      <dsp:spPr>
        <a:xfrm rot="5400000">
          <a:off x="-167409" y="3072673"/>
          <a:ext cx="1116061" cy="781242"/>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fr-FR" sz="2300" b="1" kern="1200">
              <a:latin typeface="Times New Roman" panose="02020603050405020304" pitchFamily="18" charset="0"/>
              <a:cs typeface="Times New Roman" panose="02020603050405020304" pitchFamily="18" charset="0"/>
            </a:rPr>
            <a:t>4</a:t>
          </a:r>
        </a:p>
      </dsp:txBody>
      <dsp:txXfrm rot="-5400000">
        <a:off x="1" y="3295884"/>
        <a:ext cx="781242" cy="334819"/>
      </dsp:txXfrm>
    </dsp:sp>
    <dsp:sp modelId="{A79D4F2F-71A3-4F04-AAB1-E88376E7AE94}">
      <dsp:nvSpPr>
        <dsp:cNvPr id="0" name=""/>
        <dsp:cNvSpPr/>
      </dsp:nvSpPr>
      <dsp:spPr>
        <a:xfrm rot="5400000">
          <a:off x="3738478" y="-51971"/>
          <a:ext cx="725439" cy="6639911"/>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Plus de pertinence</a:t>
          </a:r>
          <a:endParaRPr lang="fr-FR" sz="2800" kern="1200" dirty="0">
            <a:latin typeface="Times New Roman" panose="02020603050405020304" pitchFamily="18" charset="0"/>
            <a:cs typeface="Times New Roman" panose="02020603050405020304" pitchFamily="18" charset="0"/>
          </a:endParaRPr>
        </a:p>
      </dsp:txBody>
      <dsp:txXfrm rot="-5400000">
        <a:off x="781243" y="2940677"/>
        <a:ext cx="6604498" cy="65461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FAB0CB-3141-406E-B1CC-6E499399B280}" type="datetimeFigureOut">
              <a:rPr lang="fr-FR" smtClean="0"/>
              <a:t>11/12/2021</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141139-AA68-48E0-BEAA-EC02EB283829}" type="slidenum">
              <a:rPr lang="fr-FR" smtClean="0"/>
              <a:t>‹#›</a:t>
            </a:fld>
            <a:endParaRPr lang="fr-FR"/>
          </a:p>
        </p:txBody>
      </p:sp>
    </p:spTree>
    <p:extLst>
      <p:ext uri="{BB962C8B-B14F-4D97-AF65-F5344CB8AC3E}">
        <p14:creationId xmlns:p14="http://schemas.microsoft.com/office/powerpoint/2010/main" val="2774913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D4C3F-A713-456F-A94D-970CBF086319}" type="datetimeFigureOut">
              <a:rPr lang="fr-FR" smtClean="0"/>
              <a:t>11/12/2021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B02CF-2B12-4C49-89EB-40F9167CB2F2}" type="slidenum">
              <a:rPr lang="fr-FR" smtClean="0"/>
              <a:t>‹#›</a:t>
            </a:fld>
            <a:endParaRPr lang="fr-FR"/>
          </a:p>
        </p:txBody>
      </p:sp>
    </p:spTree>
    <p:extLst>
      <p:ext uri="{BB962C8B-B14F-4D97-AF65-F5344CB8AC3E}">
        <p14:creationId xmlns:p14="http://schemas.microsoft.com/office/powerpoint/2010/main" val="3425191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Calibri"/>
                <a:ea typeface="+mn-ea"/>
                <a:cs typeface="+mn-cs"/>
              </a:rPr>
              <a:t>Bonjour, Mesdames et Messieurs les membres du jury. Je vous remercie de vous avoir rendu disponible aujourd’hui pour juger mon travail .</a:t>
            </a:r>
          </a:p>
          <a:p>
            <a:pPr marL="285750" marR="0" lvl="0" indent="-285750" algn="l" defTabSz="914400" rtl="0" eaLnBrk="1" fontAlgn="auto" latinLnBrk="0" hangingPunct="1">
              <a:lnSpc>
                <a:spcPct val="10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Calibri"/>
                <a:ea typeface="+mn-ea"/>
                <a:cs typeface="+mn-cs"/>
              </a:rPr>
              <a:t>C’est pour moi un honneur de vous présenter mon projet de fin d’études intitulée «Détection des tendances émergentes dans l’exploration de données textuelles »  encadré par Mme </a:t>
            </a:r>
            <a:r>
              <a:rPr kumimoji="0" lang="fr-FR" sz="2400" b="0" i="0" u="none" strike="noStrike" kern="1200" cap="none" spc="0" normalizeH="0" baseline="0" noProof="0" dirty="0" err="1">
                <a:ln>
                  <a:noFill/>
                </a:ln>
                <a:solidFill>
                  <a:prstClr val="black"/>
                </a:solidFill>
                <a:effectLst/>
                <a:uLnTx/>
                <a:uFillTx/>
                <a:latin typeface="Calibri"/>
                <a:ea typeface="+mn-ea"/>
                <a:cs typeface="+mn-cs"/>
              </a:rPr>
              <a:t>Hanen</a:t>
            </a:r>
            <a:r>
              <a:rPr kumimoji="0" lang="fr-FR" sz="2400" b="0" i="0" u="none" strike="noStrike" kern="1200" cap="none" spc="0" normalizeH="0" baseline="0" noProof="0" dirty="0">
                <a:ln>
                  <a:noFill/>
                </a:ln>
                <a:solidFill>
                  <a:prstClr val="black"/>
                </a:solidFill>
                <a:effectLst/>
                <a:uLnTx/>
                <a:uFillTx/>
                <a:latin typeface="Calibri"/>
                <a:ea typeface="+mn-ea"/>
                <a:cs typeface="+mn-cs"/>
              </a:rPr>
              <a:t> Brahmi. Pour commencer je vais vous exposer mon plan du travail.</a:t>
            </a:r>
          </a:p>
          <a:p>
            <a:endParaRPr lang="fr-FR"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a:t>
            </a:fld>
            <a:endParaRPr lang="fr-FR"/>
          </a:p>
        </p:txBody>
      </p:sp>
    </p:spTree>
    <p:extLst>
      <p:ext uri="{BB962C8B-B14F-4D97-AF65-F5344CB8AC3E}">
        <p14:creationId xmlns:p14="http://schemas.microsoft.com/office/powerpoint/2010/main" val="551864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Je vais commencer d’abord par le cadre général du projet</a:t>
            </a:r>
          </a:p>
          <a:p>
            <a:r>
              <a:rPr lang="fr-FR" dirty="0"/>
              <a:t>ensuite je vais présenter la méthodologie adoptée</a:t>
            </a:r>
          </a:p>
          <a:p>
            <a:r>
              <a:rPr lang="fr-FR" dirty="0"/>
              <a:t>Après J’enchainerai par la compréhension du métier.</a:t>
            </a:r>
          </a:p>
          <a:p>
            <a:r>
              <a:rPr lang="fr-FR" dirty="0"/>
              <a:t>Puis la préparation des données et modélisation</a:t>
            </a:r>
          </a:p>
          <a:p>
            <a:r>
              <a:rPr lang="fr-FR" dirty="0"/>
              <a:t>en outre  je vais faire une évaluation et déploiement de mon système tout en illustrant une démonstration de l’application</a:t>
            </a:r>
          </a:p>
          <a:p>
            <a:r>
              <a:rPr lang="fr-FR" dirty="0"/>
              <a:t>​et Enfin, je termine mon exposé avec une conclusion et quelques propositions d’éventuelles améliorations.</a:t>
            </a:r>
          </a:p>
          <a:p>
            <a:endParaRPr lang="fr-FR"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a:t>
            </a:fld>
            <a:endParaRPr lang="fr-FR"/>
          </a:p>
        </p:txBody>
      </p:sp>
    </p:spTree>
    <p:extLst>
      <p:ext uri="{BB962C8B-B14F-4D97-AF65-F5344CB8AC3E}">
        <p14:creationId xmlns:p14="http://schemas.microsoft.com/office/powerpoint/2010/main" val="133823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fr-FR" sz="1200" kern="1200" dirty="0">
                <a:solidFill>
                  <a:schemeClr val="tx1"/>
                </a:solidFill>
                <a:effectLst/>
                <a:latin typeface="+mn-lt"/>
                <a:ea typeface="+mn-ea"/>
                <a:cs typeface="+mn-cs"/>
              </a:rPr>
              <a:t> Wevioo est un groupe international de conseil et de services numériques. Elle a 300 Collaborateurs et experts métier. Elle a 20 années d’expérience. Elle intervient sur +30 pays. Elle a 5 bureaux a Tunis, Paris, Alger, Abidjan et </a:t>
            </a:r>
            <a:r>
              <a:rPr lang="fr-FR" sz="1200" kern="1200" dirty="0" err="1">
                <a:solidFill>
                  <a:schemeClr val="tx1"/>
                </a:solidFill>
                <a:effectLst/>
                <a:latin typeface="+mn-lt"/>
                <a:ea typeface="+mn-ea"/>
                <a:cs typeface="+mn-cs"/>
              </a:rPr>
              <a:t>Dubai</a:t>
            </a:r>
            <a:r>
              <a:rPr lang="fr-FR" sz="1200" kern="1200" dirty="0">
                <a:solidFill>
                  <a:schemeClr val="tx1"/>
                </a:solidFill>
                <a:effectLst/>
                <a:latin typeface="+mn-lt"/>
                <a:ea typeface="+mn-ea"/>
                <a:cs typeface="+mn-cs"/>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fr-FR" b="1" dirty="0">
              <a:solidFill>
                <a:srgbClr val="FF0000"/>
              </a:solidFill>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3</a:t>
            </a:fld>
            <a:endParaRPr lang="fr-FR"/>
          </a:p>
        </p:txBody>
      </p:sp>
    </p:spTree>
    <p:extLst>
      <p:ext uri="{BB962C8B-B14F-4D97-AF65-F5344CB8AC3E}">
        <p14:creationId xmlns:p14="http://schemas.microsoft.com/office/powerpoint/2010/main" val="1333143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sz="1200" b="0" i="0" kern="1200" baseline="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4</a:t>
            </a:fld>
            <a:endParaRPr lang="fr-FR"/>
          </a:p>
        </p:txBody>
      </p:sp>
    </p:spTree>
    <p:extLst>
      <p:ext uri="{BB962C8B-B14F-4D97-AF65-F5344CB8AC3E}">
        <p14:creationId xmlns:p14="http://schemas.microsoft.com/office/powerpoint/2010/main" val="2681429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Bien qu’il existe des agrégateurs des flux RSS comme </a:t>
            </a:r>
            <a:r>
              <a:rPr lang="fr-FR" dirty="0" err="1"/>
              <a:t>Feedly</a:t>
            </a:r>
            <a:r>
              <a:rPr lang="fr-FR" dirty="0"/>
              <a:t> et Netvibes. Il n’est pas évident que ces agrégateurs puissent nous donner des résultats pertinents et exhaustifs permettant d’assurer une bonne veille stratégique.</a:t>
            </a:r>
          </a:p>
          <a:p>
            <a:endParaRPr lang="fr-FR"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5</a:t>
            </a:fld>
            <a:endParaRPr lang="fr-FR"/>
          </a:p>
        </p:txBody>
      </p:sp>
    </p:spTree>
    <p:extLst>
      <p:ext uri="{BB962C8B-B14F-4D97-AF65-F5344CB8AC3E}">
        <p14:creationId xmlns:p14="http://schemas.microsoft.com/office/powerpoint/2010/main" val="3176934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Au vue de ces constatations, il en découle la problématique suivante c’est qu’</a:t>
            </a:r>
            <a:r>
              <a:rPr lang="fr-FR" sz="1200" dirty="0">
                <a:effectLst/>
                <a:latin typeface="Times New Roman" panose="02020603050405020304" pitchFamily="18" charset="0"/>
                <a:ea typeface="Calibri" panose="020F0502020204030204" pitchFamily="34" charset="0"/>
              </a:rPr>
              <a:t>il est difficile pour les grandes sociétés d’assurer une bonne veille stratégique afin de suivre l’actualité dans tous les domaines et d’être concurrentielles car :</a:t>
            </a:r>
          </a:p>
          <a:p>
            <a:pPr marL="285750" indent="-285750">
              <a:buFont typeface="Arial" panose="020B0604020202020204" pitchFamily="34" charset="0"/>
              <a:buChar char="•"/>
            </a:pPr>
            <a:r>
              <a:rPr lang="fr-FR" sz="1200" dirty="0">
                <a:effectLst/>
                <a:latin typeface="Times New Roman" panose="02020603050405020304" pitchFamily="18" charset="0"/>
                <a:ea typeface="Calibri" panose="020F0502020204030204" pitchFamily="34" charset="0"/>
              </a:rPr>
              <a:t>Les données ne sont pas centralisées</a:t>
            </a:r>
          </a:p>
          <a:p>
            <a:pPr marL="285750" indent="-285750">
              <a:buFont typeface="Arial" panose="020B0604020202020204" pitchFamily="34" charset="0"/>
              <a:buChar char="•"/>
            </a:pPr>
            <a:r>
              <a:rPr lang="fr-FR" sz="1200" dirty="0">
                <a:effectLst/>
                <a:latin typeface="Times New Roman" panose="02020603050405020304" pitchFamily="18" charset="0"/>
                <a:ea typeface="Calibri" panose="020F0502020204030204" pitchFamily="34" charset="0"/>
              </a:rPr>
              <a:t>On n’a pas une visibilité sur les thématiques et les technologies existantes sur le marché </a:t>
            </a:r>
          </a:p>
          <a:p>
            <a:pPr marL="285750" indent="-285750">
              <a:buFont typeface="Arial" panose="020B0604020202020204" pitchFamily="34" charset="0"/>
              <a:buChar char="•"/>
            </a:pPr>
            <a:r>
              <a:rPr lang="fr-FR" sz="1200" dirty="0">
                <a:effectLst/>
                <a:latin typeface="Times New Roman" panose="02020603050405020304" pitchFamily="18" charset="0"/>
                <a:ea typeface="Calibri" panose="020F0502020204030204" pitchFamily="34" charset="0"/>
              </a:rPr>
              <a:t>La collecte des données nécessite beaucoup d’effort avec un volume important de données</a:t>
            </a:r>
            <a:endParaRPr lang="en-US"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6</a:t>
            </a:fld>
            <a:endParaRPr lang="fr-FR"/>
          </a:p>
        </p:txBody>
      </p:sp>
    </p:spTree>
    <p:extLst>
      <p:ext uri="{BB962C8B-B14F-4D97-AF65-F5344CB8AC3E}">
        <p14:creationId xmlns:p14="http://schemas.microsoft.com/office/powerpoint/2010/main" val="105111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171450" indent="-171450">
              <a:buFont typeface="Arial" panose="020B0604020202020204" pitchFamily="34" charset="0"/>
              <a:buChar char="•"/>
            </a:pPr>
            <a:r>
              <a:rPr lang="fr-FR" dirty="0"/>
              <a:t>Nous proposons un système pour détecter des tendances émergentes dans l’exploration des données textuelles.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Nous comptons développer un modèle de clustering et un modèle de classification ainsi qu’un modèle</a:t>
            </a:r>
            <a:r>
              <a:rPr lang="fr-FR" dirty="0">
                <a:solidFill>
                  <a:srgbClr val="000000"/>
                </a:solidFill>
                <a:latin typeface="Times New Roman" panose="02020603050405020304" pitchFamily="18" charset="0"/>
                <a:ea typeface="Carlito"/>
              </a:rPr>
              <a:t> de résumé de texte </a:t>
            </a:r>
            <a:endParaRPr lang="fr-FR" dirty="0"/>
          </a:p>
          <a:p>
            <a:pPr marL="0" indent="0">
              <a:buFont typeface="Arial" panose="020B0604020202020204" pitchFamily="34" charset="0"/>
              <a:buNone/>
            </a:pPr>
            <a:r>
              <a:rPr lang="fr-FR" dirty="0"/>
              <a:t>afin de les</a:t>
            </a:r>
            <a:r>
              <a:rPr lang="fr-FR" baseline="0" dirty="0"/>
              <a:t> </a:t>
            </a:r>
            <a:r>
              <a:rPr lang="fr-FR" dirty="0"/>
              <a:t>intégrer dans une application web</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7</a:t>
            </a:fld>
            <a:endParaRPr lang="fr-FR"/>
          </a:p>
        </p:txBody>
      </p:sp>
    </p:spTree>
    <p:extLst>
      <p:ext uri="{BB962C8B-B14F-4D97-AF65-F5344CB8AC3E}">
        <p14:creationId xmlns:p14="http://schemas.microsoft.com/office/powerpoint/2010/main" val="1382780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 indent="0">
              <a:buNone/>
            </a:pPr>
            <a:r>
              <a:rPr lang="fr-FR" dirty="0">
                <a:solidFill>
                  <a:schemeClr val="accent2">
                    <a:lumMod val="50000"/>
                  </a:schemeClr>
                </a:solidFill>
              </a:rPr>
              <a:t>Moteur de collecte:</a:t>
            </a:r>
            <a:endParaRPr lang="en-US" dirty="0">
              <a:solidFill>
                <a:schemeClr val="accent2">
                  <a:lumMod val="50000"/>
                </a:schemeClr>
              </a:solidFill>
            </a:endParaRPr>
          </a:p>
          <a:p>
            <a:r>
              <a:rPr lang="fr-FR" sz="1200" dirty="0"/>
              <a:t>La collecte de donnée s’effectue quotidiennement à quelques heures d’intervalle pour recueillir des articles brutes. </a:t>
            </a:r>
            <a:endParaRPr lang="en-US" sz="1200" dirty="0"/>
          </a:p>
          <a:p>
            <a:r>
              <a:rPr lang="fr-FR" sz="1200" dirty="0"/>
              <a:t>Nous avons débuté la réalisation de  notre projet par la sollicitation de trois sites actifs.</a:t>
            </a:r>
            <a:endParaRPr lang="fr-FR" dirty="0"/>
          </a:p>
          <a:p>
            <a:pPr marL="114300" indent="0">
              <a:buNone/>
            </a:pPr>
            <a:r>
              <a:rPr lang="fr-FR" dirty="0">
                <a:solidFill>
                  <a:schemeClr val="accent2">
                    <a:lumMod val="50000"/>
                  </a:schemeClr>
                </a:solidFill>
              </a:rPr>
              <a:t>Nettoyage intelligent des données :</a:t>
            </a:r>
            <a:endParaRPr lang="en-US" dirty="0">
              <a:solidFill>
                <a:schemeClr val="accent2">
                  <a:lumMod val="50000"/>
                </a:schemeClr>
              </a:solidFill>
            </a:endParaRPr>
          </a:p>
          <a:p>
            <a:r>
              <a:rPr lang="fr-FR" sz="1200" dirty="0"/>
              <a:t>A l’issu de la collecte des articles publiques, les données brutes sont traitées automatiquement avec la technique NLP  afin d’en extraire des données structurées et normalisées. </a:t>
            </a:r>
            <a:endParaRPr lang="en-US" sz="1200" dirty="0"/>
          </a:p>
          <a:p>
            <a:endParaRPr lang="en-US" dirty="0"/>
          </a:p>
        </p:txBody>
      </p:sp>
      <p:sp>
        <p:nvSpPr>
          <p:cNvPr id="4" name="Slide Number Placeholder 3"/>
          <p:cNvSpPr>
            <a:spLocks noGrp="1"/>
          </p:cNvSpPr>
          <p:nvPr>
            <p:ph type="sldNum" sz="quarter" idx="5"/>
          </p:nvPr>
        </p:nvSpPr>
        <p:spPr/>
        <p:txBody>
          <a:bodyPr/>
          <a:lstStyle/>
          <a:p>
            <a:fld id="{61EB02CF-2B12-4C49-89EB-40F9167CB2F2}" type="slidenum">
              <a:rPr lang="fr-FR" smtClean="0"/>
              <a:t>8</a:t>
            </a:fld>
            <a:endParaRPr lang="fr-FR"/>
          </a:p>
        </p:txBody>
      </p:sp>
    </p:spTree>
    <p:extLst>
      <p:ext uri="{BB962C8B-B14F-4D97-AF65-F5344CB8AC3E}">
        <p14:creationId xmlns:p14="http://schemas.microsoft.com/office/powerpoint/2010/main" val="4287407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Pour ce faire, nous avons eu recours à la méthodologie CRISP-DM, qui est </a:t>
            </a:r>
            <a:r>
              <a:rPr lang="fr-FR" sz="1200" kern="1200" dirty="0">
                <a:solidFill>
                  <a:schemeClr val="tx1"/>
                </a:solidFill>
                <a:effectLst/>
                <a:latin typeface="+mn-lt"/>
                <a:ea typeface="+mn-ea"/>
                <a:cs typeface="+mn-cs"/>
              </a:rPr>
              <a:t>une méthodologie développée par IBM et c’est la méthode le plus utilisée dans les projets de science des données.</a:t>
            </a:r>
            <a:endParaRPr lang="en-US"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9</a:t>
            </a:fld>
            <a:endParaRPr lang="fr-FR"/>
          </a:p>
        </p:txBody>
      </p:sp>
    </p:spTree>
    <p:extLst>
      <p:ext uri="{BB962C8B-B14F-4D97-AF65-F5344CB8AC3E}">
        <p14:creationId xmlns:p14="http://schemas.microsoft.com/office/powerpoint/2010/main" val="1804595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r>
              <a:rPr lang="fr-FR" sz="1800" dirty="0"/>
              <a:t>Le commercial de </a:t>
            </a:r>
            <a:r>
              <a:rPr lang="fr-FR" sz="1800" dirty="0" err="1"/>
              <a:t>wevioo</a:t>
            </a:r>
            <a:r>
              <a:rPr lang="fr-FR" sz="1800" dirty="0"/>
              <a:t> a besoin d’assurer une bonne veille stratégique pour ce faire il a recours soit aux sites d’actualités soit à des moteurs de recherches. étant donné la rapidité exigée sur le marché, notre commercial n’a pas de temps pour lire manuellement tous les articles, les </a:t>
            </a:r>
            <a:r>
              <a:rPr lang="fr-FR" sz="1800" dirty="0" err="1"/>
              <a:t>newletters</a:t>
            </a:r>
            <a:r>
              <a:rPr lang="fr-FR" sz="1800" dirty="0"/>
              <a:t> etc… c’est pour cette raison qu’on a pensé a une solution qui permet de générer les résumés de textes et des thématiques précises et ciblées.</a:t>
            </a:r>
            <a:endParaRPr lang="en-US" sz="1800"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10</a:t>
            </a:fld>
            <a:endParaRPr lang="fr-FR"/>
          </a:p>
        </p:txBody>
      </p:sp>
    </p:spTree>
    <p:extLst>
      <p:ext uri="{BB962C8B-B14F-4D97-AF65-F5344CB8AC3E}">
        <p14:creationId xmlns:p14="http://schemas.microsoft.com/office/powerpoint/2010/main" val="490711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rPr>
              <a:t>Le web </a:t>
            </a:r>
            <a:r>
              <a:rPr lang="fr-FR" sz="1800" dirty="0" err="1">
                <a:solidFill>
                  <a:srgbClr val="000000"/>
                </a:solidFill>
                <a:effectLst/>
                <a:latin typeface="Times New Roman" panose="02020603050405020304" pitchFamily="18" charset="0"/>
                <a:ea typeface="Calibri" panose="020F0502020204030204" pitchFamily="34" charset="0"/>
              </a:rPr>
              <a:t>scraping</a:t>
            </a:r>
            <a:r>
              <a:rPr lang="fr-FR" sz="1800" dirty="0">
                <a:solidFill>
                  <a:srgbClr val="000000"/>
                </a:solidFill>
                <a:effectLst/>
                <a:latin typeface="Times New Roman" panose="02020603050405020304" pitchFamily="18" charset="0"/>
                <a:ea typeface="Calibri" panose="020F0502020204030204" pitchFamily="34" charset="0"/>
              </a:rPr>
              <a:t> est une technique permettant l’extraction des données d’un site via un 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On a utilisé les outils de web </a:t>
            </a:r>
            <a:r>
              <a:rPr lang="fr-FR" sz="1800" dirty="0" err="1"/>
              <a:t>scraping</a:t>
            </a:r>
            <a:r>
              <a:rPr lang="fr-FR" sz="1800" dirty="0"/>
              <a:t> comme </a:t>
            </a:r>
            <a:r>
              <a:rPr lang="fr-FR" sz="1800" dirty="0" err="1"/>
              <a:t>BeautifulSoup</a:t>
            </a:r>
            <a:r>
              <a:rPr lang="fr-FR" sz="1800" dirty="0"/>
              <a:t> et </a:t>
            </a:r>
            <a:r>
              <a:rPr lang="fr-FR" sz="1800" dirty="0" err="1"/>
              <a:t>Selenium</a:t>
            </a:r>
            <a:r>
              <a:rPr lang="fr-FR" sz="1800" dirty="0"/>
              <a:t> pour extraire les données.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Le </a:t>
            </a:r>
            <a:r>
              <a:rPr lang="fr-FR" sz="1800" dirty="0" err="1"/>
              <a:t>Selenium</a:t>
            </a:r>
            <a:r>
              <a:rPr lang="fr-FR" sz="1800" dirty="0"/>
              <a:t> est utilisé pour réaliser les tests </a:t>
            </a:r>
            <a:r>
              <a:rPr lang="fr-FR" sz="1800" dirty="0" err="1"/>
              <a:t>front-end</a:t>
            </a: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11</a:t>
            </a:fld>
            <a:endParaRPr lang="fr-FR"/>
          </a:p>
        </p:txBody>
      </p:sp>
    </p:spTree>
    <p:extLst>
      <p:ext uri="{BB962C8B-B14F-4D97-AF65-F5344CB8AC3E}">
        <p14:creationId xmlns:p14="http://schemas.microsoft.com/office/powerpoint/2010/main" val="275330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Les données brutes sont regroupées dans la collection articles brutes</a:t>
            </a: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12</a:t>
            </a:fld>
            <a:endParaRPr lang="fr-FR"/>
          </a:p>
        </p:txBody>
      </p:sp>
    </p:spTree>
    <p:extLst>
      <p:ext uri="{BB962C8B-B14F-4D97-AF65-F5344CB8AC3E}">
        <p14:creationId xmlns:p14="http://schemas.microsoft.com/office/powerpoint/2010/main" val="1682751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Apres le traitement des données brutes on a pu obtenir les collections des thématiques, des articles brutes et les résumés des textes</a:t>
            </a:r>
            <a:r>
              <a:rPr lang="en-US" sz="1800" dirty="0"/>
              <a:t>.</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13</a:t>
            </a:fld>
            <a:endParaRPr lang="fr-FR"/>
          </a:p>
        </p:txBody>
      </p:sp>
    </p:spTree>
    <p:extLst>
      <p:ext uri="{BB962C8B-B14F-4D97-AF65-F5344CB8AC3E}">
        <p14:creationId xmlns:p14="http://schemas.microsoft.com/office/powerpoint/2010/main" val="2891311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Dans cette phase, on a supprimé les données inutiles, les données inférieures à 4, on a également eu recours au </a:t>
            </a:r>
            <a:r>
              <a:rPr lang="fr-FR" sz="1800" dirty="0" err="1"/>
              <a:t>stemming</a:t>
            </a:r>
            <a:r>
              <a:rPr lang="fr-FR" sz="1800" dirty="0"/>
              <a:t> </a:t>
            </a:r>
            <a:r>
              <a:rPr lang="fr-FR" sz="1800" dirty="0">
                <a:solidFill>
                  <a:srgbClr val="000000"/>
                </a:solidFill>
                <a:effectLst/>
                <a:latin typeface="Times New Roman" panose="02020603050405020304" pitchFamily="18" charset="0"/>
                <a:ea typeface="Arial" panose="020B0604020202020204" pitchFamily="34" charset="0"/>
                <a:cs typeface="Arial" panose="020B0604020202020204" pitchFamily="34" charset="0"/>
              </a:rPr>
              <a:t>qui est le processus de production de variantes morphologiques d'un mot racine.</a:t>
            </a:r>
            <a:endParaRPr lang="en-US" sz="1800" dirty="0"/>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14</a:t>
            </a:fld>
            <a:endParaRPr lang="fr-FR"/>
          </a:p>
        </p:txBody>
      </p:sp>
    </p:spTree>
    <p:extLst>
      <p:ext uri="{BB962C8B-B14F-4D97-AF65-F5344CB8AC3E}">
        <p14:creationId xmlns:p14="http://schemas.microsoft.com/office/powerpoint/2010/main" val="2236703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Apres le traitement des données brutes on a pu obtenir les collections des thématiques, des articles brutes et les résumés des textes</a:t>
            </a:r>
            <a:r>
              <a:rPr lang="en-US" sz="1800" dirty="0"/>
              <a:t>.</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15</a:t>
            </a:fld>
            <a:endParaRPr lang="fr-FR"/>
          </a:p>
        </p:txBody>
      </p:sp>
    </p:spTree>
    <p:extLst>
      <p:ext uri="{BB962C8B-B14F-4D97-AF65-F5344CB8AC3E}">
        <p14:creationId xmlns:p14="http://schemas.microsoft.com/office/powerpoint/2010/main" val="994075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On a testé plusieurs modèles comme la régression logistique, </a:t>
            </a:r>
            <a:r>
              <a:rPr lang="fr-FR" sz="1800" dirty="0" err="1"/>
              <a:t>linearsvm</a:t>
            </a:r>
            <a:r>
              <a:rPr lang="fr-FR" sz="1800" dirty="0"/>
              <a:t> et multinomial </a:t>
            </a:r>
            <a:r>
              <a:rPr lang="fr-FR" sz="1800" dirty="0" err="1"/>
              <a:t>naive</a:t>
            </a:r>
            <a:r>
              <a:rPr lang="fr-FR" sz="1800" dirty="0"/>
              <a:t> </a:t>
            </a:r>
            <a:r>
              <a:rPr lang="fr-FR" sz="1800" dirty="0" err="1"/>
              <a:t>bayse</a:t>
            </a:r>
            <a:r>
              <a:rPr lang="fr-FR" sz="1800" dirty="0"/>
              <a:t>. On a testé plusieurs </a:t>
            </a:r>
            <a:r>
              <a:rPr lang="fr-FR" sz="1800" dirty="0" err="1"/>
              <a:t>random</a:t>
            </a:r>
            <a:r>
              <a:rPr lang="fr-FR" sz="1800" dirty="0"/>
              <a:t> state comme 50,10,42,0,1,5,15 pour vérifier la robustesse des </a:t>
            </a:r>
            <a:r>
              <a:rPr lang="fr-FR" sz="1800" dirty="0" err="1"/>
              <a:t>modéles</a:t>
            </a:r>
            <a:r>
              <a:rPr lang="fr-FR" sz="1800" dirty="0"/>
              <a:t>. ce tableau expose les moyennes des valeurs obtenue pour chaque modèle pour différentes valeurs de </a:t>
            </a:r>
            <a:r>
              <a:rPr lang="fr-FR" sz="1800" dirty="0" err="1"/>
              <a:t>Random</a:t>
            </a:r>
            <a:r>
              <a:rPr lang="fr-FR" sz="1800" dirty="0"/>
              <a:t> State.</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16</a:t>
            </a:fld>
            <a:endParaRPr lang="fr-FR"/>
          </a:p>
        </p:txBody>
      </p:sp>
    </p:spTree>
    <p:extLst>
      <p:ext uri="{BB962C8B-B14F-4D97-AF65-F5344CB8AC3E}">
        <p14:creationId xmlns:p14="http://schemas.microsoft.com/office/powerpoint/2010/main" val="1795073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On a testé plusieurs modèles comme la régression logistique, </a:t>
            </a:r>
            <a:r>
              <a:rPr lang="fr-FR" sz="1800" dirty="0" err="1"/>
              <a:t>linearsvm</a:t>
            </a:r>
            <a:r>
              <a:rPr lang="fr-FR" sz="1800" dirty="0"/>
              <a:t> et multinomial </a:t>
            </a:r>
            <a:r>
              <a:rPr lang="fr-FR" sz="1800" dirty="0" err="1"/>
              <a:t>naive</a:t>
            </a:r>
            <a:r>
              <a:rPr lang="fr-FR" sz="1800" dirty="0"/>
              <a:t> </a:t>
            </a:r>
            <a:r>
              <a:rPr lang="fr-FR" sz="1800" dirty="0" err="1"/>
              <a:t>bayse</a:t>
            </a:r>
            <a:r>
              <a:rPr lang="fr-FR" sz="1800" dirty="0"/>
              <a:t>. On a testé plusieurs </a:t>
            </a:r>
            <a:r>
              <a:rPr lang="fr-FR" sz="1800" dirty="0" err="1"/>
              <a:t>random</a:t>
            </a:r>
            <a:r>
              <a:rPr lang="fr-FR" sz="1800" dirty="0"/>
              <a:t> state comme 50,10,42,0,1,5,15 pour vérifier la robustesse des </a:t>
            </a:r>
            <a:r>
              <a:rPr lang="fr-FR" sz="1800" dirty="0" err="1"/>
              <a:t>modéles</a:t>
            </a:r>
            <a:r>
              <a:rPr lang="fr-FR" sz="1800" dirty="0"/>
              <a:t>. ce tableau expose les moyennes des valeurs obtenue pour chaque modèle pour différentes valeurs de </a:t>
            </a:r>
            <a:r>
              <a:rPr lang="fr-FR" sz="1800" dirty="0" err="1"/>
              <a:t>Random</a:t>
            </a:r>
            <a:r>
              <a:rPr lang="fr-FR" sz="1800" dirty="0"/>
              <a:t> State.</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17</a:t>
            </a:fld>
            <a:endParaRPr lang="fr-FR"/>
          </a:p>
        </p:txBody>
      </p:sp>
    </p:spTree>
    <p:extLst>
      <p:ext uri="{BB962C8B-B14F-4D97-AF65-F5344CB8AC3E}">
        <p14:creationId xmlns:p14="http://schemas.microsoft.com/office/powerpoint/2010/main" val="434683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Afin de choisir l'algorithme de résumé de texte le plus efficace dans notre cas, nous avons effectué une comparaison basée sur la visualisation qualitative et puisque les résultats des modèles se ressemblent. Nous avons effectué une comparaison basée sur le temps d’exécution.  Au vue de ces informations notre choix s’est orienté vers l’algorithme </a:t>
            </a:r>
            <a:r>
              <a:rPr lang="fr-FR" sz="18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luhn</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On n’a pas pu évaluer les modèles parce qu’on n’a pas des résumés de texte de référence.</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18</a:t>
            </a:fld>
            <a:endParaRPr lang="fr-FR"/>
          </a:p>
        </p:txBody>
      </p:sp>
    </p:spTree>
    <p:extLst>
      <p:ext uri="{BB962C8B-B14F-4D97-AF65-F5344CB8AC3E}">
        <p14:creationId xmlns:p14="http://schemas.microsoft.com/office/powerpoint/2010/main" val="2479544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19</a:t>
            </a:fld>
            <a:endParaRPr lang="fr-FR"/>
          </a:p>
        </p:txBody>
      </p:sp>
    </p:spTree>
    <p:extLst>
      <p:ext uri="{BB962C8B-B14F-4D97-AF65-F5344CB8AC3E}">
        <p14:creationId xmlns:p14="http://schemas.microsoft.com/office/powerpoint/2010/main" val="2374427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Calibri" panose="020F0502020204030204" pitchFamily="34" charset="0"/>
                <a:ea typeface="Calibri" panose="020F0502020204030204" pitchFamily="34" charset="0"/>
                <a:cs typeface="Arial" panose="020B0604020202020204" pitchFamily="34" charset="0"/>
              </a:rPr>
              <a:t>On a utilisé les outils suivants : </a:t>
            </a:r>
            <a:r>
              <a:rPr lang="fr-FR" sz="1800" dirty="0" err="1">
                <a:effectLst/>
                <a:latin typeface="Calibri" panose="020F0502020204030204" pitchFamily="34" charset="0"/>
                <a:ea typeface="Calibri" panose="020F0502020204030204" pitchFamily="34" charset="0"/>
                <a:cs typeface="Arial" panose="020B0604020202020204" pitchFamily="34" charset="0"/>
              </a:rPr>
              <a:t>mongodb</a:t>
            </a:r>
            <a:r>
              <a:rPr lang="fr-FR" sz="1800" dirty="0">
                <a:effectLst/>
                <a:latin typeface="Calibri" panose="020F0502020204030204" pitchFamily="34" charset="0"/>
                <a:ea typeface="Calibri" panose="020F0502020204030204" pitchFamily="34" charset="0"/>
                <a:cs typeface="Arial" panose="020B0604020202020204" pitchFamily="34" charset="0"/>
              </a:rPr>
              <a:t> , </a:t>
            </a:r>
            <a:r>
              <a:rPr lang="fr-FR" sz="1800" dirty="0" err="1">
                <a:effectLst/>
                <a:latin typeface="Calibri" panose="020F0502020204030204" pitchFamily="34" charset="0"/>
                <a:ea typeface="Calibri" panose="020F0502020204030204" pitchFamily="34" charset="0"/>
                <a:cs typeface="Arial" panose="020B0604020202020204" pitchFamily="34" charset="0"/>
              </a:rPr>
              <a:t>pycharm</a:t>
            </a:r>
            <a:r>
              <a:rPr lang="fr-FR" sz="1800" dirty="0">
                <a:effectLst/>
                <a:latin typeface="Calibri" panose="020F0502020204030204" pitchFamily="34" charset="0"/>
                <a:ea typeface="Calibri" panose="020F0502020204030204" pitchFamily="34" charset="0"/>
                <a:cs typeface="Arial" panose="020B0604020202020204" pitchFamily="34" charset="0"/>
              </a:rPr>
              <a:t> c’est un ide python, </a:t>
            </a:r>
            <a:r>
              <a:rPr lang="fr-FR" sz="1800" dirty="0" err="1">
                <a:effectLst/>
                <a:latin typeface="Calibri" panose="020F0502020204030204" pitchFamily="34" charset="0"/>
                <a:ea typeface="Calibri" panose="020F0502020204030204" pitchFamily="34" charset="0"/>
                <a:cs typeface="Arial" panose="020B0604020202020204" pitchFamily="34" charset="0"/>
              </a:rPr>
              <a:t>jquery</a:t>
            </a:r>
            <a:r>
              <a:rPr lang="fr-FR" sz="1800" dirty="0">
                <a:effectLst/>
                <a:latin typeface="Calibri" panose="020F0502020204030204" pitchFamily="34" charset="0"/>
                <a:ea typeface="Calibri" panose="020F0502020204030204" pitchFamily="34" charset="0"/>
                <a:cs typeface="Arial" panose="020B0604020202020204" pitchFamily="34" charset="0"/>
              </a:rPr>
              <a:t>, le langage python, </a:t>
            </a:r>
            <a:r>
              <a:rPr lang="fr-FR" sz="1800" dirty="0" err="1">
                <a:effectLst/>
                <a:latin typeface="Calibri" panose="020F0502020204030204" pitchFamily="34" charset="0"/>
                <a:ea typeface="Calibri" panose="020F0502020204030204" pitchFamily="34" charset="0"/>
                <a:cs typeface="Arial" panose="020B0604020202020204" pitchFamily="34" charset="0"/>
              </a:rPr>
              <a:t>css</a:t>
            </a:r>
            <a:r>
              <a:rPr lang="fr-FR" sz="1800" dirty="0">
                <a:effectLst/>
                <a:latin typeface="Calibri" panose="020F0502020204030204" pitchFamily="34" charset="0"/>
                <a:ea typeface="Calibri" panose="020F0502020204030204" pitchFamily="34" charset="0"/>
                <a:cs typeface="Arial" panose="020B0604020202020204" pitchFamily="34" charset="0"/>
              </a:rPr>
              <a:t> et 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20</a:t>
            </a:fld>
            <a:endParaRPr lang="fr-FR"/>
          </a:p>
        </p:txBody>
      </p:sp>
    </p:spTree>
    <p:extLst>
      <p:ext uri="{BB962C8B-B14F-4D97-AF65-F5344CB8AC3E}">
        <p14:creationId xmlns:p14="http://schemas.microsoft.com/office/powerpoint/2010/main" val="415644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21</a:t>
            </a:fld>
            <a:endParaRPr lang="fr-FR"/>
          </a:p>
        </p:txBody>
      </p:sp>
    </p:spTree>
    <p:extLst>
      <p:ext uri="{BB962C8B-B14F-4D97-AF65-F5344CB8AC3E}">
        <p14:creationId xmlns:p14="http://schemas.microsoft.com/office/powerpoint/2010/main" val="1223344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Afin de choisir l'algorithme de résumé de texte le plus efficace dans notre cas, nous avons effectué une comparaison basée sur la visualisation qualitative et puisque les résultats des modèles se ressemblent. Nous avons effectué une comparaison basée sur le temps d’exécution.  Au vue de ces informations notre choix s’est orienté vers l’algorithme </a:t>
            </a:r>
            <a:r>
              <a:rPr lang="fr-FR" sz="18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luhn</a:t>
            </a:r>
            <a:r>
              <a:rPr lang="fr-FR" sz="18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On n’a pas pu évaluer les modèles parce qu’on n’a pas des résumés de texte de référence.</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22</a:t>
            </a:fld>
            <a:endParaRPr lang="fr-FR"/>
          </a:p>
        </p:txBody>
      </p:sp>
    </p:spTree>
    <p:extLst>
      <p:ext uri="{BB962C8B-B14F-4D97-AF65-F5344CB8AC3E}">
        <p14:creationId xmlns:p14="http://schemas.microsoft.com/office/powerpoint/2010/main" val="3285199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23</a:t>
            </a:fld>
            <a:endParaRPr lang="fr-FR"/>
          </a:p>
        </p:txBody>
      </p:sp>
    </p:spTree>
    <p:extLst>
      <p:ext uri="{BB962C8B-B14F-4D97-AF65-F5344CB8AC3E}">
        <p14:creationId xmlns:p14="http://schemas.microsoft.com/office/powerpoint/2010/main" val="2485871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24</a:t>
            </a:fld>
            <a:endParaRPr lang="fr-FR"/>
          </a:p>
        </p:txBody>
      </p:sp>
    </p:spTree>
    <p:extLst>
      <p:ext uri="{BB962C8B-B14F-4D97-AF65-F5344CB8AC3E}">
        <p14:creationId xmlns:p14="http://schemas.microsoft.com/office/powerpoint/2010/main" val="25645723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25</a:t>
            </a:fld>
            <a:endParaRPr lang="fr-FR"/>
          </a:p>
        </p:txBody>
      </p:sp>
    </p:spTree>
    <p:extLst>
      <p:ext uri="{BB962C8B-B14F-4D97-AF65-F5344CB8AC3E}">
        <p14:creationId xmlns:p14="http://schemas.microsoft.com/office/powerpoint/2010/main" val="372926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26</a:t>
            </a:fld>
            <a:endParaRPr lang="fr-FR"/>
          </a:p>
        </p:txBody>
      </p:sp>
    </p:spTree>
    <p:extLst>
      <p:ext uri="{BB962C8B-B14F-4D97-AF65-F5344CB8AC3E}">
        <p14:creationId xmlns:p14="http://schemas.microsoft.com/office/powerpoint/2010/main" val="9409723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27</a:t>
            </a:fld>
            <a:endParaRPr lang="fr-FR"/>
          </a:p>
        </p:txBody>
      </p:sp>
    </p:spTree>
    <p:extLst>
      <p:ext uri="{BB962C8B-B14F-4D97-AF65-F5344CB8AC3E}">
        <p14:creationId xmlns:p14="http://schemas.microsoft.com/office/powerpoint/2010/main" val="29169330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a:latin typeface="Times New Roman" panose="02020603050405020304" pitchFamily="18" charset="0"/>
                <a:cs typeface="Times New Roman" panose="02020603050405020304" pitchFamily="18" charset="0"/>
              </a:rPr>
              <a:t>La sollicitation de notre projet fera bénéficier au commercial des avantages suivants :</a:t>
            </a:r>
          </a:p>
          <a:p>
            <a:r>
              <a:rPr lang="fr-FR" sz="1200" dirty="0">
                <a:latin typeface="Times New Roman" panose="02020603050405020304" pitchFamily="18" charset="0"/>
                <a:cs typeface="Times New Roman" panose="02020603050405020304" pitchFamily="18" charset="0"/>
              </a:rPr>
              <a:t>Gains du temps</a:t>
            </a:r>
          </a:p>
          <a:p>
            <a:r>
              <a:rPr lang="fr-FR" sz="1200" dirty="0">
                <a:latin typeface="Times New Roman" panose="02020603050405020304" pitchFamily="18" charset="0"/>
                <a:cs typeface="Times New Roman" panose="02020603050405020304" pitchFamily="18" charset="0"/>
              </a:rPr>
              <a:t>Plus de précision dans le résultat du recherche </a:t>
            </a:r>
          </a:p>
          <a:p>
            <a:r>
              <a:rPr lang="fr-FR" sz="1200" dirty="0">
                <a:latin typeface="Times New Roman" panose="02020603050405020304" pitchFamily="18" charset="0"/>
                <a:cs typeface="Times New Roman" panose="02020603050405020304" pitchFamily="18" charset="0"/>
              </a:rPr>
              <a:t>Plus de pertinence des données</a:t>
            </a:r>
          </a:p>
          <a:p>
            <a:endParaRPr lang="en-US" sz="1200" dirty="0">
              <a:latin typeface="Times New Roman" panose="02020603050405020304" pitchFamily="18" charset="0"/>
              <a:cs typeface="Times New Roman" panose="02020603050405020304" pitchFamily="18" charset="0"/>
            </a:endParaRPr>
          </a:p>
          <a:p>
            <a:pPr lvl="0"/>
            <a:endParaRPr lang="fr-FR" sz="1200"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latin typeface="+mn-lt"/>
                <a:ea typeface="+mn-ea"/>
                <a:cs typeface="+mn-cs"/>
              </a:rPr>
              <a:t> , </a:t>
            </a:r>
          </a:p>
        </p:txBody>
      </p:sp>
      <p:sp>
        <p:nvSpPr>
          <p:cNvPr id="4" name="Espace réservé du numéro de diapositive 3"/>
          <p:cNvSpPr>
            <a:spLocks noGrp="1"/>
          </p:cNvSpPr>
          <p:nvPr>
            <p:ph type="sldNum" sz="quarter" idx="10"/>
          </p:nvPr>
        </p:nvSpPr>
        <p:spPr/>
        <p:txBody>
          <a:bodyPr/>
          <a:lstStyle/>
          <a:p>
            <a:fld id="{61EB02CF-2B12-4C49-89EB-40F9167CB2F2}" type="slidenum">
              <a:rPr lang="fr-FR" smtClean="0"/>
              <a:t>28</a:t>
            </a:fld>
            <a:endParaRPr lang="fr-FR"/>
          </a:p>
        </p:txBody>
      </p:sp>
    </p:spTree>
    <p:extLst>
      <p:ext uri="{BB962C8B-B14F-4D97-AF65-F5344CB8AC3E}">
        <p14:creationId xmlns:p14="http://schemas.microsoft.com/office/powerpoint/2010/main" val="21120478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par exemple :  </a:t>
            </a:r>
          </a:p>
          <a:p>
            <a:r>
              <a:rPr lang="fr-FR" dirty="0"/>
              <a:t>On peut ajouter les tâches suivantes :</a:t>
            </a:r>
          </a:p>
          <a:p>
            <a:pPr marL="171450" indent="-171450">
              <a:buFontTx/>
              <a:buChar char="-"/>
            </a:pPr>
            <a:r>
              <a:rPr lang="fr-FR" dirty="0"/>
              <a:t>Le commerciale peut contacter l’administrateur pour amélioration</a:t>
            </a:r>
          </a:p>
          <a:p>
            <a:pPr marL="171450" indent="-171450">
              <a:buFontTx/>
              <a:buChar char="-"/>
            </a:pPr>
            <a:r>
              <a:rPr lang="fr-FR" dirty="0"/>
              <a:t>Un système de notification pour l’informer d’un nouveau message reçu </a:t>
            </a:r>
            <a:endParaRPr lang="en-US" dirty="0"/>
          </a:p>
          <a:p>
            <a:endParaRPr lang="en-US" dirty="0"/>
          </a:p>
        </p:txBody>
      </p:sp>
      <p:sp>
        <p:nvSpPr>
          <p:cNvPr id="4" name="Slide Number Placeholder 3"/>
          <p:cNvSpPr>
            <a:spLocks noGrp="1"/>
          </p:cNvSpPr>
          <p:nvPr>
            <p:ph type="sldNum" sz="quarter" idx="5"/>
          </p:nvPr>
        </p:nvSpPr>
        <p:spPr/>
        <p:txBody>
          <a:bodyPr/>
          <a:lstStyle/>
          <a:p>
            <a:fld id="{61EB02CF-2B12-4C49-89EB-40F9167CB2F2}" type="slidenum">
              <a:rPr lang="fr-FR" smtClean="0"/>
              <a:t>29</a:t>
            </a:fld>
            <a:endParaRPr lang="fr-FR"/>
          </a:p>
        </p:txBody>
      </p:sp>
    </p:spTree>
    <p:extLst>
      <p:ext uri="{BB962C8B-B14F-4D97-AF65-F5344CB8AC3E}">
        <p14:creationId xmlns:p14="http://schemas.microsoft.com/office/powerpoint/2010/main" val="1384831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 Colum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7" name="テキスト プレースホルダー 6"/>
          <p:cNvSpPr>
            <a:spLocks noGrp="1"/>
          </p:cNvSpPr>
          <p:nvPr>
            <p:ph type="body" sz="quarter" idx="13" hasCustomPrompt="1"/>
          </p:nvPr>
        </p:nvSpPr>
        <p:spPr>
          <a:xfrm>
            <a:off x="2111211" y="1028734"/>
            <a:ext cx="9553890" cy="336037"/>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 name="アーチ 4"/>
          <p:cNvSpPr/>
          <p:nvPr/>
        </p:nvSpPr>
        <p:spPr>
          <a:xfrm rot="3600000">
            <a:off x="777225" y="2340178"/>
            <a:ext cx="994797" cy="994883"/>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3" name="アーチ 12"/>
          <p:cNvSpPr/>
          <p:nvPr/>
        </p:nvSpPr>
        <p:spPr>
          <a:xfrm rot="6618510">
            <a:off x="854950" y="2417910"/>
            <a:ext cx="839345" cy="8394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5" name="テキスト プレースホルダー 6"/>
          <p:cNvSpPr>
            <a:spLocks noGrp="1"/>
          </p:cNvSpPr>
          <p:nvPr>
            <p:ph type="body" sz="quarter" idx="15" hasCustomPrompt="1"/>
          </p:nvPr>
        </p:nvSpPr>
        <p:spPr>
          <a:xfrm>
            <a:off x="1348817" y="2497201"/>
            <a:ext cx="4951672" cy="526901"/>
          </a:xfrm>
        </p:spPr>
        <p:txBody>
          <a:bodyPr anchor="b">
            <a:noAutofit/>
          </a:bodyPr>
          <a:lstStyle>
            <a:lvl1pPr algn="l">
              <a:defRPr sz="24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1806200" y="2967985"/>
            <a:ext cx="9292823" cy="2151884"/>
          </a:xfrm>
        </p:spPr>
        <p:txBody>
          <a:bodyPr anchor="t">
            <a:normAutofit/>
          </a:bodyPr>
          <a:lstStyle>
            <a:lvl1pPr algn="l">
              <a:defRPr sz="1333"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5071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0-#ppt_w/2"/>
                                          </p:val>
                                        </p:tav>
                                        <p:tav tm="100000">
                                          <p:val>
                                            <p:strVal val="#ppt_x"/>
                                          </p:val>
                                        </p:tav>
                                      </p:tavLst>
                                    </p:anim>
                                    <p:anim calcmode="lin" valueType="num">
                                      <p:cBhvr additive="base">
                                        <p:cTn id="20" dur="750" fill="hold"/>
                                        <p:tgtEl>
                                          <p:spTgt spid="5"/>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50"/>
                                        <p:tgtEl>
                                          <p:spTgt spid="13"/>
                                        </p:tgtEl>
                                      </p:cBhvr>
                                    </p:animEffect>
                                    <p:anim calcmode="lin" valueType="num">
                                      <p:cBhvr>
                                        <p:cTn id="24" dur="750" fill="hold"/>
                                        <p:tgtEl>
                                          <p:spTgt spid="13"/>
                                        </p:tgtEl>
                                        <p:attrNameLst>
                                          <p:attrName>ppt_w</p:attrName>
                                        </p:attrNameLst>
                                      </p:cBhvr>
                                      <p:tavLst>
                                        <p:tav tm="0" fmla="#ppt_w*sin(2.5*pi*$)">
                                          <p:val>
                                            <p:fltVal val="0"/>
                                          </p:val>
                                        </p:tav>
                                        <p:tav tm="100000">
                                          <p:val>
                                            <p:fltVal val="1"/>
                                          </p:val>
                                        </p:tav>
                                      </p:tavLst>
                                    </p:anim>
                                    <p:anim calcmode="lin" valueType="num">
                                      <p:cBhvr>
                                        <p:cTn id="25" dur="750" fill="hold"/>
                                        <p:tgtEl>
                                          <p:spTgt spid="13"/>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50"/>
                                        <p:tgtEl>
                                          <p:spTgt spid="5"/>
                                        </p:tgtEl>
                                      </p:cBhvr>
                                    </p:animEffect>
                                    <p:anim calcmode="lin" valueType="num">
                                      <p:cBhvr>
                                        <p:cTn id="29" dur="750" fill="hold"/>
                                        <p:tgtEl>
                                          <p:spTgt spid="5"/>
                                        </p:tgtEl>
                                        <p:attrNameLst>
                                          <p:attrName>ppt_w</p:attrName>
                                        </p:attrNameLst>
                                      </p:cBhvr>
                                      <p:tavLst>
                                        <p:tav tm="0" fmla="#ppt_w*sin(2.5*pi*$)">
                                          <p:val>
                                            <p:fltVal val="0"/>
                                          </p:val>
                                        </p:tav>
                                        <p:tav tm="100000">
                                          <p:val>
                                            <p:fltVal val="1"/>
                                          </p:val>
                                        </p:tav>
                                      </p:tavLst>
                                    </p:anim>
                                    <p:anim calcmode="lin" valueType="num">
                                      <p:cBhvr>
                                        <p:cTn id="30" dur="75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17">
                                            <p:txEl>
                                              <p:pRg st="0" end="0"/>
                                            </p:txEl>
                                          </p:spTgt>
                                        </p:tgtEl>
                                        <p:attrNameLst>
                                          <p:attrName>style.visibility</p:attrName>
                                        </p:attrNameLst>
                                      </p:cBhvr>
                                      <p:to>
                                        <p:strVal val="visible"/>
                                      </p:to>
                                    </p:set>
                                    <p:anim calcmode="lin" valueType="num">
                                      <p:cBhvr additive="base">
                                        <p:cTn id="38"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13" grpId="0" animBg="1"/>
      <p:bldP spid="13" grpId="1" animBg="1"/>
      <p:bldP spid="1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P spid="1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E97F74CA-B5AF-48F0-AD48-8CB9C9C15987}" type="datetime1">
              <a:rPr lang="fr-FR" smtClean="0"/>
              <a:t>11/12/2021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14C13B2-D80C-4AED-B714-C3D533287FCA}" type="slidenum">
              <a:rPr lang="fr-FR" smtClean="0"/>
              <a:t>‹#›</a:t>
            </a:fld>
            <a:endParaRPr lang="fr-FR"/>
          </a:p>
        </p:txBody>
      </p:sp>
    </p:spTree>
    <p:extLst>
      <p:ext uri="{BB962C8B-B14F-4D97-AF65-F5344CB8AC3E}">
        <p14:creationId xmlns:p14="http://schemas.microsoft.com/office/powerpoint/2010/main" val="770882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nimated Title">
    <p:spTree>
      <p:nvGrpSpPr>
        <p:cNvPr id="1" name=""/>
        <p:cNvGrpSpPr/>
        <p:nvPr/>
      </p:nvGrpSpPr>
      <p:grpSpPr>
        <a:xfrm>
          <a:off x="0" y="0"/>
          <a:ext cx="0" cy="0"/>
          <a:chOff x="0" y="0"/>
          <a:chExt cx="0" cy="0"/>
        </a:xfrm>
      </p:grpSpPr>
      <p:sp>
        <p:nvSpPr>
          <p:cNvPr id="4" name="正方形/長方形 3"/>
          <p:cNvSpPr/>
          <p:nvPr userDrawn="1"/>
        </p:nvSpPr>
        <p:spPr>
          <a:xfrm rot="21066044">
            <a:off x="-6369536" y="-3292475"/>
            <a:ext cx="2360944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7" name="正方形/長方形 6"/>
          <p:cNvSpPr/>
          <p:nvPr userDrawn="1"/>
        </p:nvSpPr>
        <p:spPr>
          <a:xfrm rot="21066044">
            <a:off x="-5193303" y="3344665"/>
            <a:ext cx="2360329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8" name="正方形/長方形 7"/>
          <p:cNvSpPr/>
          <p:nvPr userDrawn="1"/>
        </p:nvSpPr>
        <p:spPr>
          <a:xfrm rot="21066044">
            <a:off x="-6369536" y="-3292475"/>
            <a:ext cx="23609443" cy="6858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 name="正方形/長方形 8"/>
          <p:cNvSpPr/>
          <p:nvPr userDrawn="1"/>
        </p:nvSpPr>
        <p:spPr>
          <a:xfrm rot="21066044">
            <a:off x="-5193303" y="3344665"/>
            <a:ext cx="23603290" cy="6858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正方形/長方形 9"/>
          <p:cNvSpPr/>
          <p:nvPr userDrawn="1"/>
        </p:nvSpPr>
        <p:spPr>
          <a:xfrm rot="21066044">
            <a:off x="-6369536" y="-3292475"/>
            <a:ext cx="23609443"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1" name="正方形/長方形 10"/>
          <p:cNvSpPr/>
          <p:nvPr userDrawn="1"/>
        </p:nvSpPr>
        <p:spPr>
          <a:xfrm rot="21066044">
            <a:off x="-5193303" y="3344665"/>
            <a:ext cx="23603290" cy="6858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2" name="正方形/長方形 11"/>
          <p:cNvSpPr/>
          <p:nvPr userDrawn="1"/>
        </p:nvSpPr>
        <p:spPr>
          <a:xfrm rot="21066044">
            <a:off x="-6369536" y="-3292475"/>
            <a:ext cx="23609443"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3" name="正方形/長方形 12"/>
          <p:cNvSpPr/>
          <p:nvPr userDrawn="1"/>
        </p:nvSpPr>
        <p:spPr>
          <a:xfrm rot="21066044">
            <a:off x="-5193303" y="3344665"/>
            <a:ext cx="23603290" cy="6858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nvGrpSpPr>
          <p:cNvPr id="14" name="グループ化 13"/>
          <p:cNvGrpSpPr/>
          <p:nvPr userDrawn="1"/>
        </p:nvGrpSpPr>
        <p:grpSpPr>
          <a:xfrm rot="17100000">
            <a:off x="4415471" y="1613249"/>
            <a:ext cx="3360000" cy="3360292"/>
            <a:chOff x="6682240" y="2680152"/>
            <a:chExt cx="5040000" cy="5040000"/>
          </a:xfrm>
        </p:grpSpPr>
        <p:sp>
          <p:nvSpPr>
            <p:cNvPr id="15" name="円/楕円 14"/>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アーチ 15"/>
            <p:cNvSpPr/>
            <p:nvPr userDrawn="1"/>
          </p:nvSpPr>
          <p:spPr>
            <a:xfrm>
              <a:off x="6682240" y="2680152"/>
              <a:ext cx="5040000" cy="5040000"/>
            </a:xfrm>
            <a:prstGeom prst="blockArc">
              <a:avLst>
                <a:gd name="adj1" fmla="val 10800000"/>
                <a:gd name="adj2" fmla="val 3801423"/>
                <a:gd name="adj3" fmla="val 14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grpSp>
        <p:nvGrpSpPr>
          <p:cNvPr id="17" name="グループ化 16"/>
          <p:cNvGrpSpPr>
            <a:grpSpLocks noChangeAspect="1"/>
          </p:cNvGrpSpPr>
          <p:nvPr userDrawn="1"/>
        </p:nvGrpSpPr>
        <p:grpSpPr>
          <a:xfrm rot="11994079">
            <a:off x="4295315" y="1493395"/>
            <a:ext cx="3600312" cy="3600000"/>
            <a:chOff x="6682240" y="2680152"/>
            <a:chExt cx="5040000" cy="5040000"/>
          </a:xfrm>
        </p:grpSpPr>
        <p:sp>
          <p:nvSpPr>
            <p:cNvPr id="18" name="円/楕円 17"/>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アーチ 18"/>
            <p:cNvSpPr/>
            <p:nvPr userDrawn="1"/>
          </p:nvSpPr>
          <p:spPr>
            <a:xfrm>
              <a:off x="6682240" y="2680152"/>
              <a:ext cx="5040000" cy="5040000"/>
            </a:xfrm>
            <a:prstGeom prst="blockArc">
              <a:avLst>
                <a:gd name="adj1" fmla="val 10800000"/>
                <a:gd name="adj2" fmla="val 3829372"/>
                <a:gd name="adj3" fmla="val 1485"/>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grpSp>
        <p:nvGrpSpPr>
          <p:cNvPr id="20" name="グループ化 19"/>
          <p:cNvGrpSpPr>
            <a:grpSpLocks noChangeAspect="1"/>
          </p:cNvGrpSpPr>
          <p:nvPr userDrawn="1"/>
        </p:nvGrpSpPr>
        <p:grpSpPr>
          <a:xfrm rot="3600000">
            <a:off x="4175471" y="1373228"/>
            <a:ext cx="3840000" cy="3840333"/>
            <a:chOff x="6682240" y="2680152"/>
            <a:chExt cx="5040000" cy="5040000"/>
          </a:xfrm>
        </p:grpSpPr>
        <p:sp>
          <p:nvSpPr>
            <p:cNvPr id="21" name="円/楕円 20"/>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2" name="アーチ 21"/>
            <p:cNvSpPr/>
            <p:nvPr userDrawn="1"/>
          </p:nvSpPr>
          <p:spPr>
            <a:xfrm>
              <a:off x="6682240" y="2680152"/>
              <a:ext cx="5040000" cy="5040000"/>
            </a:xfrm>
            <a:prstGeom prst="blockArc">
              <a:avLst>
                <a:gd name="adj1" fmla="val 10800000"/>
                <a:gd name="adj2" fmla="val 3790965"/>
                <a:gd name="adj3" fmla="val 141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grpSp>
        <p:nvGrpSpPr>
          <p:cNvPr id="23" name="グループ化 22"/>
          <p:cNvGrpSpPr>
            <a:grpSpLocks noChangeAspect="1"/>
          </p:cNvGrpSpPr>
          <p:nvPr userDrawn="1"/>
        </p:nvGrpSpPr>
        <p:grpSpPr>
          <a:xfrm rot="18000000">
            <a:off x="4055471" y="1253218"/>
            <a:ext cx="4080000" cy="4080354"/>
            <a:chOff x="6682240" y="2680152"/>
            <a:chExt cx="5040000" cy="5040000"/>
          </a:xfrm>
        </p:grpSpPr>
        <p:sp>
          <p:nvSpPr>
            <p:cNvPr id="24" name="円/楕円 23"/>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5" name="アーチ 24"/>
            <p:cNvSpPr/>
            <p:nvPr userDrawn="1"/>
          </p:nvSpPr>
          <p:spPr>
            <a:xfrm>
              <a:off x="6682240" y="2680152"/>
              <a:ext cx="5040000" cy="5040000"/>
            </a:xfrm>
            <a:prstGeom prst="blockArc">
              <a:avLst>
                <a:gd name="adj1" fmla="val 10800000"/>
                <a:gd name="adj2" fmla="val 3781764"/>
                <a:gd name="adj3" fmla="val 1346"/>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grpSp>
        <p:nvGrpSpPr>
          <p:cNvPr id="26" name="グループ化 25"/>
          <p:cNvGrpSpPr>
            <a:grpSpLocks noChangeAspect="1"/>
          </p:cNvGrpSpPr>
          <p:nvPr userDrawn="1"/>
        </p:nvGrpSpPr>
        <p:grpSpPr>
          <a:xfrm rot="7511662">
            <a:off x="3935471" y="1133207"/>
            <a:ext cx="4320000" cy="4320375"/>
            <a:chOff x="6682240" y="2680152"/>
            <a:chExt cx="5040000" cy="5040000"/>
          </a:xfrm>
        </p:grpSpPr>
        <p:sp>
          <p:nvSpPr>
            <p:cNvPr id="27" name="円/楕円 26"/>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8" name="アーチ 27"/>
            <p:cNvSpPr/>
            <p:nvPr userDrawn="1"/>
          </p:nvSpPr>
          <p:spPr>
            <a:xfrm>
              <a:off x="6682240" y="2680152"/>
              <a:ext cx="5040000" cy="5040000"/>
            </a:xfrm>
            <a:prstGeom prst="blockArc">
              <a:avLst>
                <a:gd name="adj1" fmla="val 10800000"/>
                <a:gd name="adj2" fmla="val 3755127"/>
                <a:gd name="adj3" fmla="val 124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grpSp>
        <p:nvGrpSpPr>
          <p:cNvPr id="29" name="グループ化 28"/>
          <p:cNvGrpSpPr>
            <a:grpSpLocks noChangeAspect="1"/>
          </p:cNvGrpSpPr>
          <p:nvPr userDrawn="1"/>
        </p:nvGrpSpPr>
        <p:grpSpPr>
          <a:xfrm rot="10993309">
            <a:off x="3815273" y="1013395"/>
            <a:ext cx="4560396" cy="4560000"/>
            <a:chOff x="6682240" y="2680152"/>
            <a:chExt cx="5040000" cy="5040000"/>
          </a:xfrm>
        </p:grpSpPr>
        <p:sp>
          <p:nvSpPr>
            <p:cNvPr id="30" name="円/楕円 29"/>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1" name="アーチ 30"/>
            <p:cNvSpPr/>
            <p:nvPr userDrawn="1"/>
          </p:nvSpPr>
          <p:spPr>
            <a:xfrm>
              <a:off x="6682240" y="2680152"/>
              <a:ext cx="5040000" cy="5040000"/>
            </a:xfrm>
            <a:prstGeom prst="blockArc">
              <a:avLst>
                <a:gd name="adj1" fmla="val 10800000"/>
                <a:gd name="adj2" fmla="val 3748913"/>
                <a:gd name="adj3" fmla="val 110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grpSp>
      <p:sp>
        <p:nvSpPr>
          <p:cNvPr id="32" name="タイトル 1"/>
          <p:cNvSpPr>
            <a:spLocks noGrp="1"/>
          </p:cNvSpPr>
          <p:nvPr>
            <p:ph type="ctrTitle" hasCustomPrompt="1"/>
          </p:nvPr>
        </p:nvSpPr>
        <p:spPr>
          <a:xfrm>
            <a:off x="914400" y="2648572"/>
            <a:ext cx="10363200" cy="1057333"/>
          </a:xfrm>
        </p:spPr>
        <p:txBody>
          <a:bodyPr anchor="t">
            <a:noAutofit/>
          </a:bodyPr>
          <a:lstStyle>
            <a:lvl1pPr algn="ctr">
              <a:defRPr sz="64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3" name="テキスト プレースホルダー 8"/>
          <p:cNvSpPr>
            <a:spLocks noGrp="1"/>
          </p:cNvSpPr>
          <p:nvPr>
            <p:ph type="body" sz="quarter" idx="10" hasCustomPrompt="1"/>
          </p:nvPr>
        </p:nvSpPr>
        <p:spPr>
          <a:xfrm>
            <a:off x="910974" y="3669060"/>
            <a:ext cx="10370052" cy="576031"/>
          </a:xfrm>
        </p:spPr>
        <p:txBody>
          <a:bodyPr anchor="b">
            <a:noAutofit/>
          </a:bodyPr>
          <a:lstStyle>
            <a:lvl1pPr algn="ctr">
              <a:defRPr sz="2667">
                <a:solidFill>
                  <a:schemeClr val="tx2"/>
                </a:solidFill>
                <a:latin typeface="Route 159 UltraLight" pitchFamily="50" charset="0"/>
              </a:defRPr>
            </a:lvl1pPr>
          </a:lstStyle>
          <a:p>
            <a:pPr lvl="0"/>
            <a:r>
              <a:rPr kumimoji="1" lang="en-US" altLang="ja-JP" dirty="0"/>
              <a:t>Subtitle goes here</a:t>
            </a:r>
            <a:endParaRPr kumimoji="1" lang="ja-JP" altLang="en-US" dirty="0"/>
          </a:p>
        </p:txBody>
      </p:sp>
      <p:sp>
        <p:nvSpPr>
          <p:cNvPr id="34" name="サブタイトル 2"/>
          <p:cNvSpPr>
            <a:spLocks noGrp="1"/>
          </p:cNvSpPr>
          <p:nvPr>
            <p:ph type="subTitle" idx="1" hasCustomPrompt="1"/>
          </p:nvPr>
        </p:nvSpPr>
        <p:spPr>
          <a:xfrm>
            <a:off x="910974" y="5685251"/>
            <a:ext cx="10370052" cy="1008112"/>
          </a:xfrm>
        </p:spPr>
        <p:txBody>
          <a:bodyPr>
            <a:normAutofit/>
          </a:bodyPr>
          <a:lstStyle>
            <a:lvl1pPr marL="0" indent="0" algn="ctr">
              <a:buNone/>
              <a:defRPr sz="1333">
                <a:solidFill>
                  <a:schemeClr val="tx1">
                    <a:tint val="75000"/>
                  </a:schemeClr>
                </a:solidFill>
                <a:latin typeface="+mj-lt"/>
              </a:defRPr>
            </a:lvl1pPr>
            <a:lvl2pPr marL="544278" indent="0" algn="ctr">
              <a:buNone/>
              <a:defRPr>
                <a:solidFill>
                  <a:schemeClr val="tx1">
                    <a:tint val="75000"/>
                  </a:schemeClr>
                </a:solidFill>
              </a:defRPr>
            </a:lvl2pPr>
            <a:lvl3pPr marL="1088556" indent="0" algn="ctr">
              <a:buNone/>
              <a:defRPr>
                <a:solidFill>
                  <a:schemeClr val="tx1">
                    <a:tint val="75000"/>
                  </a:schemeClr>
                </a:solidFill>
              </a:defRPr>
            </a:lvl3pPr>
            <a:lvl4pPr marL="1632834" indent="0" algn="ctr">
              <a:buNone/>
              <a:defRPr>
                <a:solidFill>
                  <a:schemeClr val="tx1">
                    <a:tint val="75000"/>
                  </a:schemeClr>
                </a:solidFill>
              </a:defRPr>
            </a:lvl4pPr>
            <a:lvl5pPr marL="2177112" indent="0" algn="ctr">
              <a:buNone/>
              <a:defRPr>
                <a:solidFill>
                  <a:schemeClr val="tx1">
                    <a:tint val="75000"/>
                  </a:schemeClr>
                </a:solidFill>
              </a:defRPr>
            </a:lvl5pPr>
            <a:lvl6pPr marL="2721391" indent="0" algn="ctr">
              <a:buNone/>
              <a:defRPr>
                <a:solidFill>
                  <a:schemeClr val="tx1">
                    <a:tint val="75000"/>
                  </a:schemeClr>
                </a:solidFill>
              </a:defRPr>
            </a:lvl6pPr>
            <a:lvl7pPr marL="3265669" indent="0" algn="ctr">
              <a:buNone/>
              <a:defRPr>
                <a:solidFill>
                  <a:schemeClr val="tx1">
                    <a:tint val="75000"/>
                  </a:schemeClr>
                </a:solidFill>
              </a:defRPr>
            </a:lvl7pPr>
            <a:lvl8pPr marL="3809946" indent="0" algn="ctr">
              <a:buNone/>
              <a:defRPr>
                <a:solidFill>
                  <a:schemeClr val="tx1">
                    <a:tint val="75000"/>
                  </a:schemeClr>
                </a:solidFill>
              </a:defRPr>
            </a:lvl8pPr>
            <a:lvl9pPr marL="4354225" indent="0" algn="ctr">
              <a:buNone/>
              <a:defRPr>
                <a:solidFill>
                  <a:schemeClr val="tx1">
                    <a:tint val="75000"/>
                  </a:schemeClr>
                </a:solidFill>
              </a:defRPr>
            </a:lvl9pPr>
          </a:lstStyle>
          <a:p>
            <a:r>
              <a:rPr kumimoji="1" lang="en-US" altLang="ja-JP" dirty="0"/>
              <a:t>Information</a:t>
            </a:r>
            <a:endParaRPr kumimoji="1" lang="ja-JP" altLang="en-US" dirty="0"/>
          </a:p>
        </p:txBody>
      </p:sp>
      <p:grpSp>
        <p:nvGrpSpPr>
          <p:cNvPr id="35" name="グループ化 34"/>
          <p:cNvGrpSpPr/>
          <p:nvPr userDrawn="1"/>
        </p:nvGrpSpPr>
        <p:grpSpPr>
          <a:xfrm>
            <a:off x="5730640" y="5397219"/>
            <a:ext cx="725488" cy="125685"/>
            <a:chOff x="8595214" y="6592642"/>
            <a:chExt cx="1088138" cy="188527"/>
          </a:xfrm>
        </p:grpSpPr>
        <p:sp>
          <p:nvSpPr>
            <p:cNvPr id="36" name="円/楕円 35"/>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sp>
          <p:nvSpPr>
            <p:cNvPr id="37" name="円/楕円 36"/>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sp>
          <p:nvSpPr>
            <p:cNvPr id="38" name="円/楕円 37"/>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grpSp>
      <p:sp>
        <p:nvSpPr>
          <p:cNvPr id="39" name="円/楕円 38"/>
          <p:cNvSpPr/>
          <p:nvPr userDrawn="1"/>
        </p:nvSpPr>
        <p:spPr>
          <a:xfrm>
            <a:off x="4693247" y="1661411"/>
            <a:ext cx="57611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40" name="円/楕円 39"/>
          <p:cNvSpPr/>
          <p:nvPr userDrawn="1"/>
        </p:nvSpPr>
        <p:spPr>
          <a:xfrm>
            <a:off x="5436378" y="1661411"/>
            <a:ext cx="576114" cy="576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41" name="円/楕円 40"/>
          <p:cNvSpPr/>
          <p:nvPr userDrawn="1"/>
        </p:nvSpPr>
        <p:spPr>
          <a:xfrm>
            <a:off x="6179508" y="1661411"/>
            <a:ext cx="576114" cy="57606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42" name="円/楕円 41"/>
          <p:cNvSpPr/>
          <p:nvPr userDrawn="1"/>
        </p:nvSpPr>
        <p:spPr>
          <a:xfrm>
            <a:off x="6922638" y="1661411"/>
            <a:ext cx="576114" cy="57606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Tree>
    <p:extLst>
      <p:ext uri="{BB962C8B-B14F-4D97-AF65-F5344CB8AC3E}">
        <p14:creationId xmlns:p14="http://schemas.microsoft.com/office/powerpoint/2010/main" val="249441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ac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0-#ppt_w/2"/>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9" ac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0-#ppt_w/2"/>
                                          </p:val>
                                        </p:tav>
                                        <p:tav tm="100000">
                                          <p:val>
                                            <p:strVal val="#ppt_x"/>
                                          </p:val>
                                        </p:tav>
                                      </p:tavLst>
                                    </p:anim>
                                    <p:anim calcmode="lin" valueType="num">
                                      <p:cBhvr additive="base">
                                        <p:cTn id="16" dur="750" fill="hold"/>
                                        <p:tgtEl>
                                          <p:spTgt spid="8"/>
                                        </p:tgtEl>
                                        <p:attrNameLst>
                                          <p:attrName>ppt_y</p:attrName>
                                        </p:attrNameLst>
                                      </p:cBhvr>
                                      <p:tavLst>
                                        <p:tav tm="0">
                                          <p:val>
                                            <p:strVal val="0-#ppt_h/2"/>
                                          </p:val>
                                        </p:tav>
                                        <p:tav tm="100000">
                                          <p:val>
                                            <p:strVal val="#ppt_y"/>
                                          </p:val>
                                        </p:tav>
                                      </p:tavLst>
                                    </p:anim>
                                  </p:childTnLst>
                                </p:cTn>
                              </p:par>
                              <p:par>
                                <p:cTn id="17" presetID="2" presetClass="entr" presetSubtype="4" accel="100000"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50" fill="hold"/>
                                        <p:tgtEl>
                                          <p:spTgt spid="9"/>
                                        </p:tgtEl>
                                        <p:attrNameLst>
                                          <p:attrName>ppt_x</p:attrName>
                                        </p:attrNameLst>
                                      </p:cBhvr>
                                      <p:tavLst>
                                        <p:tav tm="0">
                                          <p:val>
                                            <p:strVal val="#ppt_x"/>
                                          </p:val>
                                        </p:tav>
                                        <p:tav tm="100000">
                                          <p:val>
                                            <p:strVal val="#ppt_x"/>
                                          </p:val>
                                        </p:tav>
                                      </p:tavLst>
                                    </p:anim>
                                    <p:anim calcmode="lin" valueType="num">
                                      <p:cBhvr additive="base">
                                        <p:cTn id="20" dur="75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9" accel="100000" fill="hold" grpId="0" nodeType="withEffect">
                                  <p:stCondLst>
                                    <p:cond delay="5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750" fill="hold"/>
                                        <p:tgtEl>
                                          <p:spTgt spid="10"/>
                                        </p:tgtEl>
                                        <p:attrNameLst>
                                          <p:attrName>ppt_x</p:attrName>
                                        </p:attrNameLst>
                                      </p:cBhvr>
                                      <p:tavLst>
                                        <p:tav tm="0">
                                          <p:val>
                                            <p:strVal val="0-#ppt_w/2"/>
                                          </p:val>
                                        </p:tav>
                                        <p:tav tm="100000">
                                          <p:val>
                                            <p:strVal val="#ppt_x"/>
                                          </p:val>
                                        </p:tav>
                                      </p:tavLst>
                                    </p:anim>
                                    <p:anim calcmode="lin" valueType="num">
                                      <p:cBhvr additive="base">
                                        <p:cTn id="24" dur="750" fill="hold"/>
                                        <p:tgtEl>
                                          <p:spTgt spid="10"/>
                                        </p:tgtEl>
                                        <p:attrNameLst>
                                          <p:attrName>ppt_y</p:attrName>
                                        </p:attrNameLst>
                                      </p:cBhvr>
                                      <p:tavLst>
                                        <p:tav tm="0">
                                          <p:val>
                                            <p:strVal val="0-#ppt_h/2"/>
                                          </p:val>
                                        </p:tav>
                                        <p:tav tm="100000">
                                          <p:val>
                                            <p:strVal val="#ppt_y"/>
                                          </p:val>
                                        </p:tav>
                                      </p:tavLst>
                                    </p:anim>
                                  </p:childTnLst>
                                </p:cTn>
                              </p:par>
                              <p:par>
                                <p:cTn id="25" presetID="2" presetClass="entr" presetSubtype="4" accel="100000" fill="hold" grpId="0" nodeType="withEffect">
                                  <p:stCondLst>
                                    <p:cond delay="5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750" fill="hold"/>
                                        <p:tgtEl>
                                          <p:spTgt spid="11"/>
                                        </p:tgtEl>
                                        <p:attrNameLst>
                                          <p:attrName>ppt_x</p:attrName>
                                        </p:attrNameLst>
                                      </p:cBhvr>
                                      <p:tavLst>
                                        <p:tav tm="0">
                                          <p:val>
                                            <p:strVal val="#ppt_x"/>
                                          </p:val>
                                        </p:tav>
                                        <p:tav tm="100000">
                                          <p:val>
                                            <p:strVal val="#ppt_x"/>
                                          </p:val>
                                        </p:tav>
                                      </p:tavLst>
                                    </p:anim>
                                    <p:anim calcmode="lin" valueType="num">
                                      <p:cBhvr additive="base">
                                        <p:cTn id="28" dur="75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9" accel="100000" fill="hold" grpId="0" nodeType="withEffect">
                                  <p:stCondLst>
                                    <p:cond delay="75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750" fill="hold"/>
                                        <p:tgtEl>
                                          <p:spTgt spid="12"/>
                                        </p:tgtEl>
                                        <p:attrNameLst>
                                          <p:attrName>ppt_x</p:attrName>
                                        </p:attrNameLst>
                                      </p:cBhvr>
                                      <p:tavLst>
                                        <p:tav tm="0">
                                          <p:val>
                                            <p:strVal val="0-#ppt_w/2"/>
                                          </p:val>
                                        </p:tav>
                                        <p:tav tm="100000">
                                          <p:val>
                                            <p:strVal val="#ppt_x"/>
                                          </p:val>
                                        </p:tav>
                                      </p:tavLst>
                                    </p:anim>
                                    <p:anim calcmode="lin" valueType="num">
                                      <p:cBhvr additive="base">
                                        <p:cTn id="32" dur="750" fill="hold"/>
                                        <p:tgtEl>
                                          <p:spTgt spid="12"/>
                                        </p:tgtEl>
                                        <p:attrNameLst>
                                          <p:attrName>ppt_y</p:attrName>
                                        </p:attrNameLst>
                                      </p:cBhvr>
                                      <p:tavLst>
                                        <p:tav tm="0">
                                          <p:val>
                                            <p:strVal val="0-#ppt_h/2"/>
                                          </p:val>
                                        </p:tav>
                                        <p:tav tm="100000">
                                          <p:val>
                                            <p:strVal val="#ppt_y"/>
                                          </p:val>
                                        </p:tav>
                                      </p:tavLst>
                                    </p:anim>
                                  </p:childTnLst>
                                </p:cTn>
                              </p:par>
                              <p:par>
                                <p:cTn id="33" presetID="2" presetClass="entr" presetSubtype="4" ac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750" fill="hold"/>
                                        <p:tgtEl>
                                          <p:spTgt spid="13"/>
                                        </p:tgtEl>
                                        <p:attrNameLst>
                                          <p:attrName>ppt_x</p:attrName>
                                        </p:attrNameLst>
                                      </p:cBhvr>
                                      <p:tavLst>
                                        <p:tav tm="0">
                                          <p:val>
                                            <p:strVal val="#ppt_x"/>
                                          </p:val>
                                        </p:tav>
                                        <p:tav tm="100000">
                                          <p:val>
                                            <p:strVal val="#ppt_x"/>
                                          </p:val>
                                        </p:tav>
                                      </p:tavLst>
                                    </p:anim>
                                    <p:anim calcmode="lin" valueType="num">
                                      <p:cBhvr additive="base">
                                        <p:cTn id="36" dur="750" fill="hold"/>
                                        <p:tgtEl>
                                          <p:spTgt spid="13"/>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decel="100000"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750" fill="hold"/>
                                        <p:tgtEl>
                                          <p:spTgt spid="14"/>
                                        </p:tgtEl>
                                        <p:attrNameLst>
                                          <p:attrName>ppt_x</p:attrName>
                                        </p:attrNameLst>
                                      </p:cBhvr>
                                      <p:tavLst>
                                        <p:tav tm="0">
                                          <p:val>
                                            <p:strVal val="#ppt_x"/>
                                          </p:val>
                                        </p:tav>
                                        <p:tav tm="100000">
                                          <p:val>
                                            <p:strVal val="#ppt_x"/>
                                          </p:val>
                                        </p:tav>
                                      </p:tavLst>
                                    </p:anim>
                                    <p:anim calcmode="lin" valueType="num">
                                      <p:cBhvr additive="base">
                                        <p:cTn id="41" dur="750" fill="hold"/>
                                        <p:tgtEl>
                                          <p:spTgt spid="14"/>
                                        </p:tgtEl>
                                        <p:attrNameLst>
                                          <p:attrName>ppt_y</p:attrName>
                                        </p:attrNameLst>
                                      </p:cBhvr>
                                      <p:tavLst>
                                        <p:tav tm="0">
                                          <p:val>
                                            <p:strVal val="1+#ppt_h/2"/>
                                          </p:val>
                                        </p:tav>
                                        <p:tav tm="100000">
                                          <p:val>
                                            <p:strVal val="#ppt_y"/>
                                          </p:val>
                                        </p:tav>
                                      </p:tavLst>
                                    </p:anim>
                                  </p:childTnLst>
                                </p:cTn>
                              </p:par>
                              <p:par>
                                <p:cTn id="42" presetID="2" presetClass="entr" presetSubtype="12" decel="100000" fill="hold" nodeType="withEffect">
                                  <p:stCondLst>
                                    <p:cond delay="1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750" fill="hold"/>
                                        <p:tgtEl>
                                          <p:spTgt spid="17"/>
                                        </p:tgtEl>
                                        <p:attrNameLst>
                                          <p:attrName>ppt_x</p:attrName>
                                        </p:attrNameLst>
                                      </p:cBhvr>
                                      <p:tavLst>
                                        <p:tav tm="0">
                                          <p:val>
                                            <p:strVal val="0-#ppt_w/2"/>
                                          </p:val>
                                        </p:tav>
                                        <p:tav tm="100000">
                                          <p:val>
                                            <p:strVal val="#ppt_x"/>
                                          </p:val>
                                        </p:tav>
                                      </p:tavLst>
                                    </p:anim>
                                    <p:anim calcmode="lin" valueType="num">
                                      <p:cBhvr additive="base">
                                        <p:cTn id="45" dur="750" fill="hold"/>
                                        <p:tgtEl>
                                          <p:spTgt spid="17"/>
                                        </p:tgtEl>
                                        <p:attrNameLst>
                                          <p:attrName>ppt_y</p:attrName>
                                        </p:attrNameLst>
                                      </p:cBhvr>
                                      <p:tavLst>
                                        <p:tav tm="0">
                                          <p:val>
                                            <p:strVal val="1+#ppt_h/2"/>
                                          </p:val>
                                        </p:tav>
                                        <p:tav tm="100000">
                                          <p:val>
                                            <p:strVal val="#ppt_y"/>
                                          </p:val>
                                        </p:tav>
                                      </p:tavLst>
                                    </p:anim>
                                  </p:childTnLst>
                                </p:cTn>
                              </p:par>
                              <p:par>
                                <p:cTn id="46" presetID="2" presetClass="entr" presetSubtype="8" decel="100000" fill="hold" nodeType="withEffect">
                                  <p:stCondLst>
                                    <p:cond delay="20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750" fill="hold"/>
                                        <p:tgtEl>
                                          <p:spTgt spid="20"/>
                                        </p:tgtEl>
                                        <p:attrNameLst>
                                          <p:attrName>ppt_x</p:attrName>
                                        </p:attrNameLst>
                                      </p:cBhvr>
                                      <p:tavLst>
                                        <p:tav tm="0">
                                          <p:val>
                                            <p:strVal val="0-#ppt_w/2"/>
                                          </p:val>
                                        </p:tav>
                                        <p:tav tm="100000">
                                          <p:val>
                                            <p:strVal val="#ppt_x"/>
                                          </p:val>
                                        </p:tav>
                                      </p:tavLst>
                                    </p:anim>
                                    <p:anim calcmode="lin" valueType="num">
                                      <p:cBhvr additive="base">
                                        <p:cTn id="49" dur="750" fill="hold"/>
                                        <p:tgtEl>
                                          <p:spTgt spid="20"/>
                                        </p:tgtEl>
                                        <p:attrNameLst>
                                          <p:attrName>ppt_y</p:attrName>
                                        </p:attrNameLst>
                                      </p:cBhvr>
                                      <p:tavLst>
                                        <p:tav tm="0">
                                          <p:val>
                                            <p:strVal val="#ppt_y"/>
                                          </p:val>
                                        </p:tav>
                                        <p:tav tm="100000">
                                          <p:val>
                                            <p:strVal val="#ppt_y"/>
                                          </p:val>
                                        </p:tav>
                                      </p:tavLst>
                                    </p:anim>
                                  </p:childTnLst>
                                </p:cTn>
                              </p:par>
                              <p:par>
                                <p:cTn id="50" presetID="2" presetClass="entr" presetSubtype="3" decel="100000" fill="hold" nodeType="withEffect">
                                  <p:stCondLst>
                                    <p:cond delay="30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750" fill="hold"/>
                                        <p:tgtEl>
                                          <p:spTgt spid="23"/>
                                        </p:tgtEl>
                                        <p:attrNameLst>
                                          <p:attrName>ppt_x</p:attrName>
                                        </p:attrNameLst>
                                      </p:cBhvr>
                                      <p:tavLst>
                                        <p:tav tm="0">
                                          <p:val>
                                            <p:strVal val="1+#ppt_w/2"/>
                                          </p:val>
                                        </p:tav>
                                        <p:tav tm="100000">
                                          <p:val>
                                            <p:strVal val="#ppt_x"/>
                                          </p:val>
                                        </p:tav>
                                      </p:tavLst>
                                    </p:anim>
                                    <p:anim calcmode="lin" valueType="num">
                                      <p:cBhvr additive="base">
                                        <p:cTn id="53" dur="750" fill="hold"/>
                                        <p:tgtEl>
                                          <p:spTgt spid="23"/>
                                        </p:tgtEl>
                                        <p:attrNameLst>
                                          <p:attrName>ppt_y</p:attrName>
                                        </p:attrNameLst>
                                      </p:cBhvr>
                                      <p:tavLst>
                                        <p:tav tm="0">
                                          <p:val>
                                            <p:strVal val="0-#ppt_h/2"/>
                                          </p:val>
                                        </p:tav>
                                        <p:tav tm="100000">
                                          <p:val>
                                            <p:strVal val="#ppt_y"/>
                                          </p:val>
                                        </p:tav>
                                      </p:tavLst>
                                    </p:anim>
                                  </p:childTnLst>
                                </p:cTn>
                              </p:par>
                              <p:par>
                                <p:cTn id="54" presetID="2" presetClass="entr" presetSubtype="6" decel="100000" fill="hold" nodeType="withEffect">
                                  <p:stCondLst>
                                    <p:cond delay="40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750" fill="hold"/>
                                        <p:tgtEl>
                                          <p:spTgt spid="26"/>
                                        </p:tgtEl>
                                        <p:attrNameLst>
                                          <p:attrName>ppt_x</p:attrName>
                                        </p:attrNameLst>
                                      </p:cBhvr>
                                      <p:tavLst>
                                        <p:tav tm="0">
                                          <p:val>
                                            <p:strVal val="1+#ppt_w/2"/>
                                          </p:val>
                                        </p:tav>
                                        <p:tav tm="100000">
                                          <p:val>
                                            <p:strVal val="#ppt_x"/>
                                          </p:val>
                                        </p:tav>
                                      </p:tavLst>
                                    </p:anim>
                                    <p:anim calcmode="lin" valueType="num">
                                      <p:cBhvr additive="base">
                                        <p:cTn id="57" dur="750" fill="hold"/>
                                        <p:tgtEl>
                                          <p:spTgt spid="26"/>
                                        </p:tgtEl>
                                        <p:attrNameLst>
                                          <p:attrName>ppt_y</p:attrName>
                                        </p:attrNameLst>
                                      </p:cBhvr>
                                      <p:tavLst>
                                        <p:tav tm="0">
                                          <p:val>
                                            <p:strVal val="1+#ppt_h/2"/>
                                          </p:val>
                                        </p:tav>
                                        <p:tav tm="100000">
                                          <p:val>
                                            <p:strVal val="#ppt_y"/>
                                          </p:val>
                                        </p:tav>
                                      </p:tavLst>
                                    </p:anim>
                                  </p:childTnLst>
                                </p:cTn>
                              </p:par>
                              <p:par>
                                <p:cTn id="58" presetID="2" presetClass="entr" presetSubtype="2" decel="100000" fill="hold" nodeType="withEffect">
                                  <p:stCondLst>
                                    <p:cond delay="500"/>
                                  </p:stCondLst>
                                  <p:childTnLst>
                                    <p:set>
                                      <p:cBhvr>
                                        <p:cTn id="59" dur="1" fill="hold">
                                          <p:stCondLst>
                                            <p:cond delay="0"/>
                                          </p:stCondLst>
                                        </p:cTn>
                                        <p:tgtEl>
                                          <p:spTgt spid="29"/>
                                        </p:tgtEl>
                                        <p:attrNameLst>
                                          <p:attrName>style.visibility</p:attrName>
                                        </p:attrNameLst>
                                      </p:cBhvr>
                                      <p:to>
                                        <p:strVal val="visible"/>
                                      </p:to>
                                    </p:set>
                                    <p:anim calcmode="lin" valueType="num">
                                      <p:cBhvr additive="base">
                                        <p:cTn id="60" dur="750" fill="hold"/>
                                        <p:tgtEl>
                                          <p:spTgt spid="29"/>
                                        </p:tgtEl>
                                        <p:attrNameLst>
                                          <p:attrName>ppt_x</p:attrName>
                                        </p:attrNameLst>
                                      </p:cBhvr>
                                      <p:tavLst>
                                        <p:tav tm="0">
                                          <p:val>
                                            <p:strVal val="1+#ppt_w/2"/>
                                          </p:val>
                                        </p:tav>
                                        <p:tav tm="100000">
                                          <p:val>
                                            <p:strVal val="#ppt_x"/>
                                          </p:val>
                                        </p:tav>
                                      </p:tavLst>
                                    </p:anim>
                                    <p:anim calcmode="lin" valueType="num">
                                      <p:cBhvr additive="base">
                                        <p:cTn id="61" dur="750" fill="hold"/>
                                        <p:tgtEl>
                                          <p:spTgt spid="29"/>
                                        </p:tgtEl>
                                        <p:attrNameLst>
                                          <p:attrName>ppt_y</p:attrName>
                                        </p:attrNameLst>
                                      </p:cBhvr>
                                      <p:tavLst>
                                        <p:tav tm="0">
                                          <p:val>
                                            <p:strVal val="#ppt_y"/>
                                          </p:val>
                                        </p:tav>
                                        <p:tav tm="100000">
                                          <p:val>
                                            <p:strVal val="#ppt_y"/>
                                          </p:val>
                                        </p:tav>
                                      </p:tavLst>
                                    </p:anim>
                                  </p:childTnLst>
                                </p:cTn>
                              </p:par>
                              <p:par>
                                <p:cTn id="62" presetID="21" presetClass="entr" presetSubtype="1"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750"/>
                                        <p:tgtEl>
                                          <p:spTgt spid="14"/>
                                        </p:tgtEl>
                                      </p:cBhvr>
                                    </p:animEffect>
                                  </p:childTnLst>
                                </p:cTn>
                              </p:par>
                              <p:par>
                                <p:cTn id="65" presetID="21" presetClass="entr" presetSubtype="1" fill="hold" nodeType="withEffect">
                                  <p:stCondLst>
                                    <p:cond delay="100"/>
                                  </p:stCondLst>
                                  <p:childTnLst>
                                    <p:set>
                                      <p:cBhvr>
                                        <p:cTn id="66" dur="1" fill="hold">
                                          <p:stCondLst>
                                            <p:cond delay="0"/>
                                          </p:stCondLst>
                                        </p:cTn>
                                        <p:tgtEl>
                                          <p:spTgt spid="17"/>
                                        </p:tgtEl>
                                        <p:attrNameLst>
                                          <p:attrName>style.visibility</p:attrName>
                                        </p:attrNameLst>
                                      </p:cBhvr>
                                      <p:to>
                                        <p:strVal val="visible"/>
                                      </p:to>
                                    </p:set>
                                    <p:animEffect transition="in" filter="wheel(1)">
                                      <p:cBhvr>
                                        <p:cTn id="67" dur="750"/>
                                        <p:tgtEl>
                                          <p:spTgt spid="17"/>
                                        </p:tgtEl>
                                      </p:cBhvr>
                                    </p:animEffect>
                                  </p:childTnLst>
                                </p:cTn>
                              </p:par>
                              <p:par>
                                <p:cTn id="68" presetID="21" presetClass="entr" presetSubtype="1" fill="hold" nodeType="withEffect">
                                  <p:stCondLst>
                                    <p:cond delay="200"/>
                                  </p:stCondLst>
                                  <p:childTnLst>
                                    <p:set>
                                      <p:cBhvr>
                                        <p:cTn id="69" dur="1" fill="hold">
                                          <p:stCondLst>
                                            <p:cond delay="0"/>
                                          </p:stCondLst>
                                        </p:cTn>
                                        <p:tgtEl>
                                          <p:spTgt spid="20"/>
                                        </p:tgtEl>
                                        <p:attrNameLst>
                                          <p:attrName>style.visibility</p:attrName>
                                        </p:attrNameLst>
                                      </p:cBhvr>
                                      <p:to>
                                        <p:strVal val="visible"/>
                                      </p:to>
                                    </p:set>
                                    <p:animEffect transition="in" filter="wheel(1)">
                                      <p:cBhvr>
                                        <p:cTn id="70" dur="750"/>
                                        <p:tgtEl>
                                          <p:spTgt spid="20"/>
                                        </p:tgtEl>
                                      </p:cBhvr>
                                    </p:animEffect>
                                  </p:childTnLst>
                                </p:cTn>
                              </p:par>
                              <p:par>
                                <p:cTn id="71" presetID="21" presetClass="entr" presetSubtype="1" fill="hold" nodeType="withEffect">
                                  <p:stCondLst>
                                    <p:cond delay="300"/>
                                  </p:stCondLst>
                                  <p:childTnLst>
                                    <p:set>
                                      <p:cBhvr>
                                        <p:cTn id="72" dur="1" fill="hold">
                                          <p:stCondLst>
                                            <p:cond delay="0"/>
                                          </p:stCondLst>
                                        </p:cTn>
                                        <p:tgtEl>
                                          <p:spTgt spid="23"/>
                                        </p:tgtEl>
                                        <p:attrNameLst>
                                          <p:attrName>style.visibility</p:attrName>
                                        </p:attrNameLst>
                                      </p:cBhvr>
                                      <p:to>
                                        <p:strVal val="visible"/>
                                      </p:to>
                                    </p:set>
                                    <p:animEffect transition="in" filter="wheel(1)">
                                      <p:cBhvr>
                                        <p:cTn id="73" dur="750"/>
                                        <p:tgtEl>
                                          <p:spTgt spid="23"/>
                                        </p:tgtEl>
                                      </p:cBhvr>
                                    </p:animEffect>
                                  </p:childTnLst>
                                </p:cTn>
                              </p:par>
                              <p:par>
                                <p:cTn id="74" presetID="21" presetClass="entr" presetSubtype="1" fill="hold" nodeType="withEffect">
                                  <p:stCondLst>
                                    <p:cond delay="400"/>
                                  </p:stCondLst>
                                  <p:childTnLst>
                                    <p:set>
                                      <p:cBhvr>
                                        <p:cTn id="75" dur="1" fill="hold">
                                          <p:stCondLst>
                                            <p:cond delay="0"/>
                                          </p:stCondLst>
                                        </p:cTn>
                                        <p:tgtEl>
                                          <p:spTgt spid="26"/>
                                        </p:tgtEl>
                                        <p:attrNameLst>
                                          <p:attrName>style.visibility</p:attrName>
                                        </p:attrNameLst>
                                      </p:cBhvr>
                                      <p:to>
                                        <p:strVal val="visible"/>
                                      </p:to>
                                    </p:set>
                                    <p:animEffect transition="in" filter="wheel(1)">
                                      <p:cBhvr>
                                        <p:cTn id="76" dur="750"/>
                                        <p:tgtEl>
                                          <p:spTgt spid="26"/>
                                        </p:tgtEl>
                                      </p:cBhvr>
                                    </p:animEffect>
                                  </p:childTnLst>
                                </p:cTn>
                              </p:par>
                              <p:par>
                                <p:cTn id="77" presetID="21" presetClass="entr" presetSubtype="1" fill="hold" nodeType="withEffect">
                                  <p:stCondLst>
                                    <p:cond delay="500"/>
                                  </p:stCondLst>
                                  <p:childTnLst>
                                    <p:set>
                                      <p:cBhvr>
                                        <p:cTn id="78" dur="1" fill="hold">
                                          <p:stCondLst>
                                            <p:cond delay="0"/>
                                          </p:stCondLst>
                                        </p:cTn>
                                        <p:tgtEl>
                                          <p:spTgt spid="29"/>
                                        </p:tgtEl>
                                        <p:attrNameLst>
                                          <p:attrName>style.visibility</p:attrName>
                                        </p:attrNameLst>
                                      </p:cBhvr>
                                      <p:to>
                                        <p:strVal val="visible"/>
                                      </p:to>
                                    </p:set>
                                    <p:animEffect transition="in" filter="wheel(1)">
                                      <p:cBhvr>
                                        <p:cTn id="79" dur="750"/>
                                        <p:tgtEl>
                                          <p:spTgt spid="29"/>
                                        </p:tgtEl>
                                      </p:cBhvr>
                                    </p:animEffect>
                                  </p:childTnLst>
                                </p:cTn>
                              </p:par>
                              <p:par>
                                <p:cTn id="80" presetID="49" presetClass="entr" presetSubtype="0" decel="100000"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p:cTn id="82" dur="750" fill="hold"/>
                                        <p:tgtEl>
                                          <p:spTgt spid="14"/>
                                        </p:tgtEl>
                                        <p:attrNameLst>
                                          <p:attrName>ppt_w</p:attrName>
                                        </p:attrNameLst>
                                      </p:cBhvr>
                                      <p:tavLst>
                                        <p:tav tm="0">
                                          <p:val>
                                            <p:fltVal val="0"/>
                                          </p:val>
                                        </p:tav>
                                        <p:tav tm="100000">
                                          <p:val>
                                            <p:strVal val="#ppt_w"/>
                                          </p:val>
                                        </p:tav>
                                      </p:tavLst>
                                    </p:anim>
                                    <p:anim calcmode="lin" valueType="num">
                                      <p:cBhvr>
                                        <p:cTn id="83" dur="750" fill="hold"/>
                                        <p:tgtEl>
                                          <p:spTgt spid="14"/>
                                        </p:tgtEl>
                                        <p:attrNameLst>
                                          <p:attrName>ppt_h</p:attrName>
                                        </p:attrNameLst>
                                      </p:cBhvr>
                                      <p:tavLst>
                                        <p:tav tm="0">
                                          <p:val>
                                            <p:fltVal val="0"/>
                                          </p:val>
                                        </p:tav>
                                        <p:tav tm="100000">
                                          <p:val>
                                            <p:strVal val="#ppt_h"/>
                                          </p:val>
                                        </p:tav>
                                      </p:tavLst>
                                    </p:anim>
                                    <p:anim calcmode="lin" valueType="num">
                                      <p:cBhvr>
                                        <p:cTn id="84" dur="750" fill="hold"/>
                                        <p:tgtEl>
                                          <p:spTgt spid="14"/>
                                        </p:tgtEl>
                                        <p:attrNameLst>
                                          <p:attrName>style.rotation</p:attrName>
                                        </p:attrNameLst>
                                      </p:cBhvr>
                                      <p:tavLst>
                                        <p:tav tm="0">
                                          <p:val>
                                            <p:fltVal val="360"/>
                                          </p:val>
                                        </p:tav>
                                        <p:tav tm="100000">
                                          <p:val>
                                            <p:fltVal val="0"/>
                                          </p:val>
                                        </p:tav>
                                      </p:tavLst>
                                    </p:anim>
                                    <p:animEffect transition="in" filter="fade">
                                      <p:cBhvr>
                                        <p:cTn id="85" dur="750"/>
                                        <p:tgtEl>
                                          <p:spTgt spid="14"/>
                                        </p:tgtEl>
                                      </p:cBhvr>
                                    </p:animEffect>
                                  </p:childTnLst>
                                </p:cTn>
                              </p:par>
                              <p:par>
                                <p:cTn id="86" presetID="49" presetClass="entr" presetSubtype="0" decel="100000" fill="hold" nodeType="withEffect">
                                  <p:stCondLst>
                                    <p:cond delay="100"/>
                                  </p:stCondLst>
                                  <p:childTnLst>
                                    <p:set>
                                      <p:cBhvr>
                                        <p:cTn id="87" dur="1" fill="hold">
                                          <p:stCondLst>
                                            <p:cond delay="0"/>
                                          </p:stCondLst>
                                        </p:cTn>
                                        <p:tgtEl>
                                          <p:spTgt spid="17"/>
                                        </p:tgtEl>
                                        <p:attrNameLst>
                                          <p:attrName>style.visibility</p:attrName>
                                        </p:attrNameLst>
                                      </p:cBhvr>
                                      <p:to>
                                        <p:strVal val="visible"/>
                                      </p:to>
                                    </p:set>
                                    <p:anim calcmode="lin" valueType="num">
                                      <p:cBhvr>
                                        <p:cTn id="88" dur="750" fill="hold"/>
                                        <p:tgtEl>
                                          <p:spTgt spid="17"/>
                                        </p:tgtEl>
                                        <p:attrNameLst>
                                          <p:attrName>ppt_w</p:attrName>
                                        </p:attrNameLst>
                                      </p:cBhvr>
                                      <p:tavLst>
                                        <p:tav tm="0">
                                          <p:val>
                                            <p:fltVal val="0"/>
                                          </p:val>
                                        </p:tav>
                                        <p:tav tm="100000">
                                          <p:val>
                                            <p:strVal val="#ppt_w"/>
                                          </p:val>
                                        </p:tav>
                                      </p:tavLst>
                                    </p:anim>
                                    <p:anim calcmode="lin" valueType="num">
                                      <p:cBhvr>
                                        <p:cTn id="89" dur="750" fill="hold"/>
                                        <p:tgtEl>
                                          <p:spTgt spid="17"/>
                                        </p:tgtEl>
                                        <p:attrNameLst>
                                          <p:attrName>ppt_h</p:attrName>
                                        </p:attrNameLst>
                                      </p:cBhvr>
                                      <p:tavLst>
                                        <p:tav tm="0">
                                          <p:val>
                                            <p:fltVal val="0"/>
                                          </p:val>
                                        </p:tav>
                                        <p:tav tm="100000">
                                          <p:val>
                                            <p:strVal val="#ppt_h"/>
                                          </p:val>
                                        </p:tav>
                                      </p:tavLst>
                                    </p:anim>
                                    <p:anim calcmode="lin" valueType="num">
                                      <p:cBhvr>
                                        <p:cTn id="90" dur="750" fill="hold"/>
                                        <p:tgtEl>
                                          <p:spTgt spid="17"/>
                                        </p:tgtEl>
                                        <p:attrNameLst>
                                          <p:attrName>style.rotation</p:attrName>
                                        </p:attrNameLst>
                                      </p:cBhvr>
                                      <p:tavLst>
                                        <p:tav tm="0">
                                          <p:val>
                                            <p:fltVal val="360"/>
                                          </p:val>
                                        </p:tav>
                                        <p:tav tm="100000">
                                          <p:val>
                                            <p:fltVal val="0"/>
                                          </p:val>
                                        </p:tav>
                                      </p:tavLst>
                                    </p:anim>
                                    <p:animEffect transition="in" filter="fade">
                                      <p:cBhvr>
                                        <p:cTn id="91" dur="750"/>
                                        <p:tgtEl>
                                          <p:spTgt spid="17"/>
                                        </p:tgtEl>
                                      </p:cBhvr>
                                    </p:animEffect>
                                  </p:childTnLst>
                                </p:cTn>
                              </p:par>
                              <p:par>
                                <p:cTn id="92" presetID="49" presetClass="entr" presetSubtype="0" decel="100000" fill="hold" nodeType="withEffect">
                                  <p:stCondLst>
                                    <p:cond delay="200"/>
                                  </p:stCondLst>
                                  <p:childTnLst>
                                    <p:set>
                                      <p:cBhvr>
                                        <p:cTn id="93" dur="1" fill="hold">
                                          <p:stCondLst>
                                            <p:cond delay="0"/>
                                          </p:stCondLst>
                                        </p:cTn>
                                        <p:tgtEl>
                                          <p:spTgt spid="20"/>
                                        </p:tgtEl>
                                        <p:attrNameLst>
                                          <p:attrName>style.visibility</p:attrName>
                                        </p:attrNameLst>
                                      </p:cBhvr>
                                      <p:to>
                                        <p:strVal val="visible"/>
                                      </p:to>
                                    </p:set>
                                    <p:anim calcmode="lin" valueType="num">
                                      <p:cBhvr>
                                        <p:cTn id="94" dur="750" fill="hold"/>
                                        <p:tgtEl>
                                          <p:spTgt spid="20"/>
                                        </p:tgtEl>
                                        <p:attrNameLst>
                                          <p:attrName>ppt_w</p:attrName>
                                        </p:attrNameLst>
                                      </p:cBhvr>
                                      <p:tavLst>
                                        <p:tav tm="0">
                                          <p:val>
                                            <p:fltVal val="0"/>
                                          </p:val>
                                        </p:tav>
                                        <p:tav tm="100000">
                                          <p:val>
                                            <p:strVal val="#ppt_w"/>
                                          </p:val>
                                        </p:tav>
                                      </p:tavLst>
                                    </p:anim>
                                    <p:anim calcmode="lin" valueType="num">
                                      <p:cBhvr>
                                        <p:cTn id="95" dur="750" fill="hold"/>
                                        <p:tgtEl>
                                          <p:spTgt spid="20"/>
                                        </p:tgtEl>
                                        <p:attrNameLst>
                                          <p:attrName>ppt_h</p:attrName>
                                        </p:attrNameLst>
                                      </p:cBhvr>
                                      <p:tavLst>
                                        <p:tav tm="0">
                                          <p:val>
                                            <p:fltVal val="0"/>
                                          </p:val>
                                        </p:tav>
                                        <p:tav tm="100000">
                                          <p:val>
                                            <p:strVal val="#ppt_h"/>
                                          </p:val>
                                        </p:tav>
                                      </p:tavLst>
                                    </p:anim>
                                    <p:anim calcmode="lin" valueType="num">
                                      <p:cBhvr>
                                        <p:cTn id="96" dur="750" fill="hold"/>
                                        <p:tgtEl>
                                          <p:spTgt spid="20"/>
                                        </p:tgtEl>
                                        <p:attrNameLst>
                                          <p:attrName>style.rotation</p:attrName>
                                        </p:attrNameLst>
                                      </p:cBhvr>
                                      <p:tavLst>
                                        <p:tav tm="0">
                                          <p:val>
                                            <p:fltVal val="360"/>
                                          </p:val>
                                        </p:tav>
                                        <p:tav tm="100000">
                                          <p:val>
                                            <p:fltVal val="0"/>
                                          </p:val>
                                        </p:tav>
                                      </p:tavLst>
                                    </p:anim>
                                    <p:animEffect transition="in" filter="fade">
                                      <p:cBhvr>
                                        <p:cTn id="97" dur="750"/>
                                        <p:tgtEl>
                                          <p:spTgt spid="20"/>
                                        </p:tgtEl>
                                      </p:cBhvr>
                                    </p:animEffect>
                                  </p:childTnLst>
                                </p:cTn>
                              </p:par>
                              <p:par>
                                <p:cTn id="98" presetID="49" presetClass="entr" presetSubtype="0" decel="100000" fill="hold" nodeType="withEffect">
                                  <p:stCondLst>
                                    <p:cond delay="30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750" fill="hold"/>
                                        <p:tgtEl>
                                          <p:spTgt spid="23"/>
                                        </p:tgtEl>
                                        <p:attrNameLst>
                                          <p:attrName>ppt_w</p:attrName>
                                        </p:attrNameLst>
                                      </p:cBhvr>
                                      <p:tavLst>
                                        <p:tav tm="0">
                                          <p:val>
                                            <p:fltVal val="0"/>
                                          </p:val>
                                        </p:tav>
                                        <p:tav tm="100000">
                                          <p:val>
                                            <p:strVal val="#ppt_w"/>
                                          </p:val>
                                        </p:tav>
                                      </p:tavLst>
                                    </p:anim>
                                    <p:anim calcmode="lin" valueType="num">
                                      <p:cBhvr>
                                        <p:cTn id="101" dur="750" fill="hold"/>
                                        <p:tgtEl>
                                          <p:spTgt spid="23"/>
                                        </p:tgtEl>
                                        <p:attrNameLst>
                                          <p:attrName>ppt_h</p:attrName>
                                        </p:attrNameLst>
                                      </p:cBhvr>
                                      <p:tavLst>
                                        <p:tav tm="0">
                                          <p:val>
                                            <p:fltVal val="0"/>
                                          </p:val>
                                        </p:tav>
                                        <p:tav tm="100000">
                                          <p:val>
                                            <p:strVal val="#ppt_h"/>
                                          </p:val>
                                        </p:tav>
                                      </p:tavLst>
                                    </p:anim>
                                    <p:anim calcmode="lin" valueType="num">
                                      <p:cBhvr>
                                        <p:cTn id="102" dur="750" fill="hold"/>
                                        <p:tgtEl>
                                          <p:spTgt spid="23"/>
                                        </p:tgtEl>
                                        <p:attrNameLst>
                                          <p:attrName>style.rotation</p:attrName>
                                        </p:attrNameLst>
                                      </p:cBhvr>
                                      <p:tavLst>
                                        <p:tav tm="0">
                                          <p:val>
                                            <p:fltVal val="360"/>
                                          </p:val>
                                        </p:tav>
                                        <p:tav tm="100000">
                                          <p:val>
                                            <p:fltVal val="0"/>
                                          </p:val>
                                        </p:tav>
                                      </p:tavLst>
                                    </p:anim>
                                    <p:animEffect transition="in" filter="fade">
                                      <p:cBhvr>
                                        <p:cTn id="103" dur="750"/>
                                        <p:tgtEl>
                                          <p:spTgt spid="23"/>
                                        </p:tgtEl>
                                      </p:cBhvr>
                                    </p:animEffect>
                                  </p:childTnLst>
                                </p:cTn>
                              </p:par>
                              <p:par>
                                <p:cTn id="104" presetID="49" presetClass="entr" presetSubtype="0" decel="100000" fill="hold" nodeType="withEffect">
                                  <p:stCondLst>
                                    <p:cond delay="400"/>
                                  </p:stCondLst>
                                  <p:childTnLst>
                                    <p:set>
                                      <p:cBhvr>
                                        <p:cTn id="105" dur="1" fill="hold">
                                          <p:stCondLst>
                                            <p:cond delay="0"/>
                                          </p:stCondLst>
                                        </p:cTn>
                                        <p:tgtEl>
                                          <p:spTgt spid="26"/>
                                        </p:tgtEl>
                                        <p:attrNameLst>
                                          <p:attrName>style.visibility</p:attrName>
                                        </p:attrNameLst>
                                      </p:cBhvr>
                                      <p:to>
                                        <p:strVal val="visible"/>
                                      </p:to>
                                    </p:set>
                                    <p:anim calcmode="lin" valueType="num">
                                      <p:cBhvr>
                                        <p:cTn id="106" dur="750" fill="hold"/>
                                        <p:tgtEl>
                                          <p:spTgt spid="26"/>
                                        </p:tgtEl>
                                        <p:attrNameLst>
                                          <p:attrName>ppt_w</p:attrName>
                                        </p:attrNameLst>
                                      </p:cBhvr>
                                      <p:tavLst>
                                        <p:tav tm="0">
                                          <p:val>
                                            <p:fltVal val="0"/>
                                          </p:val>
                                        </p:tav>
                                        <p:tav tm="100000">
                                          <p:val>
                                            <p:strVal val="#ppt_w"/>
                                          </p:val>
                                        </p:tav>
                                      </p:tavLst>
                                    </p:anim>
                                    <p:anim calcmode="lin" valueType="num">
                                      <p:cBhvr>
                                        <p:cTn id="107" dur="750" fill="hold"/>
                                        <p:tgtEl>
                                          <p:spTgt spid="26"/>
                                        </p:tgtEl>
                                        <p:attrNameLst>
                                          <p:attrName>ppt_h</p:attrName>
                                        </p:attrNameLst>
                                      </p:cBhvr>
                                      <p:tavLst>
                                        <p:tav tm="0">
                                          <p:val>
                                            <p:fltVal val="0"/>
                                          </p:val>
                                        </p:tav>
                                        <p:tav tm="100000">
                                          <p:val>
                                            <p:strVal val="#ppt_h"/>
                                          </p:val>
                                        </p:tav>
                                      </p:tavLst>
                                    </p:anim>
                                    <p:anim calcmode="lin" valueType="num">
                                      <p:cBhvr>
                                        <p:cTn id="108" dur="750" fill="hold"/>
                                        <p:tgtEl>
                                          <p:spTgt spid="26"/>
                                        </p:tgtEl>
                                        <p:attrNameLst>
                                          <p:attrName>style.rotation</p:attrName>
                                        </p:attrNameLst>
                                      </p:cBhvr>
                                      <p:tavLst>
                                        <p:tav tm="0">
                                          <p:val>
                                            <p:fltVal val="360"/>
                                          </p:val>
                                        </p:tav>
                                        <p:tav tm="100000">
                                          <p:val>
                                            <p:fltVal val="0"/>
                                          </p:val>
                                        </p:tav>
                                      </p:tavLst>
                                    </p:anim>
                                    <p:animEffect transition="in" filter="fade">
                                      <p:cBhvr>
                                        <p:cTn id="109" dur="750"/>
                                        <p:tgtEl>
                                          <p:spTgt spid="26"/>
                                        </p:tgtEl>
                                      </p:cBhvr>
                                    </p:animEffect>
                                  </p:childTnLst>
                                </p:cTn>
                              </p:par>
                              <p:par>
                                <p:cTn id="110" presetID="49" presetClass="entr" presetSubtype="0" decel="100000" fill="hold" nodeType="withEffect">
                                  <p:stCondLst>
                                    <p:cond delay="500"/>
                                  </p:stCondLst>
                                  <p:childTnLst>
                                    <p:set>
                                      <p:cBhvr>
                                        <p:cTn id="111" dur="1" fill="hold">
                                          <p:stCondLst>
                                            <p:cond delay="0"/>
                                          </p:stCondLst>
                                        </p:cTn>
                                        <p:tgtEl>
                                          <p:spTgt spid="29"/>
                                        </p:tgtEl>
                                        <p:attrNameLst>
                                          <p:attrName>style.visibility</p:attrName>
                                        </p:attrNameLst>
                                      </p:cBhvr>
                                      <p:to>
                                        <p:strVal val="visible"/>
                                      </p:to>
                                    </p:set>
                                    <p:anim calcmode="lin" valueType="num">
                                      <p:cBhvr>
                                        <p:cTn id="112" dur="750" fill="hold"/>
                                        <p:tgtEl>
                                          <p:spTgt spid="29"/>
                                        </p:tgtEl>
                                        <p:attrNameLst>
                                          <p:attrName>ppt_w</p:attrName>
                                        </p:attrNameLst>
                                      </p:cBhvr>
                                      <p:tavLst>
                                        <p:tav tm="0">
                                          <p:val>
                                            <p:fltVal val="0"/>
                                          </p:val>
                                        </p:tav>
                                        <p:tav tm="100000">
                                          <p:val>
                                            <p:strVal val="#ppt_w"/>
                                          </p:val>
                                        </p:tav>
                                      </p:tavLst>
                                    </p:anim>
                                    <p:anim calcmode="lin" valueType="num">
                                      <p:cBhvr>
                                        <p:cTn id="113" dur="750" fill="hold"/>
                                        <p:tgtEl>
                                          <p:spTgt spid="29"/>
                                        </p:tgtEl>
                                        <p:attrNameLst>
                                          <p:attrName>ppt_h</p:attrName>
                                        </p:attrNameLst>
                                      </p:cBhvr>
                                      <p:tavLst>
                                        <p:tav tm="0">
                                          <p:val>
                                            <p:fltVal val="0"/>
                                          </p:val>
                                        </p:tav>
                                        <p:tav tm="100000">
                                          <p:val>
                                            <p:strVal val="#ppt_h"/>
                                          </p:val>
                                        </p:tav>
                                      </p:tavLst>
                                    </p:anim>
                                    <p:anim calcmode="lin" valueType="num">
                                      <p:cBhvr>
                                        <p:cTn id="114" dur="750" fill="hold"/>
                                        <p:tgtEl>
                                          <p:spTgt spid="29"/>
                                        </p:tgtEl>
                                        <p:attrNameLst>
                                          <p:attrName>style.rotation</p:attrName>
                                        </p:attrNameLst>
                                      </p:cBhvr>
                                      <p:tavLst>
                                        <p:tav tm="0">
                                          <p:val>
                                            <p:fltVal val="360"/>
                                          </p:val>
                                        </p:tav>
                                        <p:tav tm="100000">
                                          <p:val>
                                            <p:fltVal val="0"/>
                                          </p:val>
                                        </p:tav>
                                      </p:tavLst>
                                    </p:anim>
                                    <p:animEffect transition="in" filter="fade">
                                      <p:cBhvr>
                                        <p:cTn id="115" dur="750"/>
                                        <p:tgtEl>
                                          <p:spTgt spid="29"/>
                                        </p:tgtEl>
                                      </p:cBhvr>
                                    </p:animEffect>
                                  </p:childTnLst>
                                </p:cTn>
                              </p:par>
                              <p:par>
                                <p:cTn id="116" presetID="45" presetClass="exit" presetSubtype="0" fill="hold" nodeType="withEffect">
                                  <p:stCondLst>
                                    <p:cond delay="1000"/>
                                  </p:stCondLst>
                                  <p:childTnLst>
                                    <p:animEffect transition="out" filter="fade">
                                      <p:cBhvr>
                                        <p:cTn id="117" dur="750"/>
                                        <p:tgtEl>
                                          <p:spTgt spid="14"/>
                                        </p:tgtEl>
                                      </p:cBhvr>
                                    </p:animEffect>
                                    <p:anim calcmode="lin" valueType="num">
                                      <p:cBhvr>
                                        <p:cTn id="118" dur="750"/>
                                        <p:tgtEl>
                                          <p:spTgt spid="1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19" dur="750"/>
                                        <p:tgtEl>
                                          <p:spTgt spid="14"/>
                                        </p:tgtEl>
                                        <p:attrNameLst>
                                          <p:attrName>ppt_h</p:attrName>
                                        </p:attrNameLst>
                                      </p:cBhvr>
                                      <p:tavLst>
                                        <p:tav tm="0">
                                          <p:val>
                                            <p:strVal val="ppt_h"/>
                                          </p:val>
                                        </p:tav>
                                        <p:tav tm="100000">
                                          <p:val>
                                            <p:strVal val="ppt_h"/>
                                          </p:val>
                                        </p:tav>
                                      </p:tavLst>
                                    </p:anim>
                                    <p:set>
                                      <p:cBhvr>
                                        <p:cTn id="120" dur="1" fill="hold">
                                          <p:stCondLst>
                                            <p:cond delay="749"/>
                                          </p:stCondLst>
                                        </p:cTn>
                                        <p:tgtEl>
                                          <p:spTgt spid="14"/>
                                        </p:tgtEl>
                                        <p:attrNameLst>
                                          <p:attrName>style.visibility</p:attrName>
                                        </p:attrNameLst>
                                      </p:cBhvr>
                                      <p:to>
                                        <p:strVal val="hidden"/>
                                      </p:to>
                                    </p:set>
                                  </p:childTnLst>
                                </p:cTn>
                              </p:par>
                              <p:par>
                                <p:cTn id="121" presetID="45" presetClass="exit" presetSubtype="0" fill="hold" nodeType="withEffect">
                                  <p:stCondLst>
                                    <p:cond delay="1100"/>
                                  </p:stCondLst>
                                  <p:childTnLst>
                                    <p:animEffect transition="out" filter="fade">
                                      <p:cBhvr>
                                        <p:cTn id="122" dur="750"/>
                                        <p:tgtEl>
                                          <p:spTgt spid="17"/>
                                        </p:tgtEl>
                                      </p:cBhvr>
                                    </p:animEffect>
                                    <p:anim calcmode="lin" valueType="num">
                                      <p:cBhvr>
                                        <p:cTn id="123" dur="750"/>
                                        <p:tgtEl>
                                          <p:spTgt spid="1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4" dur="750"/>
                                        <p:tgtEl>
                                          <p:spTgt spid="17"/>
                                        </p:tgtEl>
                                        <p:attrNameLst>
                                          <p:attrName>ppt_h</p:attrName>
                                        </p:attrNameLst>
                                      </p:cBhvr>
                                      <p:tavLst>
                                        <p:tav tm="0">
                                          <p:val>
                                            <p:strVal val="ppt_h"/>
                                          </p:val>
                                        </p:tav>
                                        <p:tav tm="100000">
                                          <p:val>
                                            <p:strVal val="ppt_h"/>
                                          </p:val>
                                        </p:tav>
                                      </p:tavLst>
                                    </p:anim>
                                    <p:set>
                                      <p:cBhvr>
                                        <p:cTn id="125" dur="1" fill="hold">
                                          <p:stCondLst>
                                            <p:cond delay="749"/>
                                          </p:stCondLst>
                                        </p:cTn>
                                        <p:tgtEl>
                                          <p:spTgt spid="17"/>
                                        </p:tgtEl>
                                        <p:attrNameLst>
                                          <p:attrName>style.visibility</p:attrName>
                                        </p:attrNameLst>
                                      </p:cBhvr>
                                      <p:to>
                                        <p:strVal val="hidden"/>
                                      </p:to>
                                    </p:set>
                                  </p:childTnLst>
                                </p:cTn>
                              </p:par>
                              <p:par>
                                <p:cTn id="126" presetID="45" presetClass="exit" presetSubtype="0" fill="hold" nodeType="withEffect">
                                  <p:stCondLst>
                                    <p:cond delay="1200"/>
                                  </p:stCondLst>
                                  <p:childTnLst>
                                    <p:animEffect transition="out" filter="fade">
                                      <p:cBhvr>
                                        <p:cTn id="127" dur="750"/>
                                        <p:tgtEl>
                                          <p:spTgt spid="20"/>
                                        </p:tgtEl>
                                      </p:cBhvr>
                                    </p:animEffect>
                                    <p:anim calcmode="lin" valueType="num">
                                      <p:cBhvr>
                                        <p:cTn id="128" dur="750"/>
                                        <p:tgtEl>
                                          <p:spTgt spid="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9" dur="750"/>
                                        <p:tgtEl>
                                          <p:spTgt spid="20"/>
                                        </p:tgtEl>
                                        <p:attrNameLst>
                                          <p:attrName>ppt_h</p:attrName>
                                        </p:attrNameLst>
                                      </p:cBhvr>
                                      <p:tavLst>
                                        <p:tav tm="0">
                                          <p:val>
                                            <p:strVal val="ppt_h"/>
                                          </p:val>
                                        </p:tav>
                                        <p:tav tm="100000">
                                          <p:val>
                                            <p:strVal val="ppt_h"/>
                                          </p:val>
                                        </p:tav>
                                      </p:tavLst>
                                    </p:anim>
                                    <p:set>
                                      <p:cBhvr>
                                        <p:cTn id="130" dur="1" fill="hold">
                                          <p:stCondLst>
                                            <p:cond delay="749"/>
                                          </p:stCondLst>
                                        </p:cTn>
                                        <p:tgtEl>
                                          <p:spTgt spid="20"/>
                                        </p:tgtEl>
                                        <p:attrNameLst>
                                          <p:attrName>style.visibility</p:attrName>
                                        </p:attrNameLst>
                                      </p:cBhvr>
                                      <p:to>
                                        <p:strVal val="hidden"/>
                                      </p:to>
                                    </p:set>
                                  </p:childTnLst>
                                </p:cTn>
                              </p:par>
                              <p:par>
                                <p:cTn id="131" presetID="45" presetClass="exit" presetSubtype="0" fill="hold" nodeType="withEffect">
                                  <p:stCondLst>
                                    <p:cond delay="1300"/>
                                  </p:stCondLst>
                                  <p:childTnLst>
                                    <p:animEffect transition="out" filter="fade">
                                      <p:cBhvr>
                                        <p:cTn id="132" dur="750"/>
                                        <p:tgtEl>
                                          <p:spTgt spid="23"/>
                                        </p:tgtEl>
                                      </p:cBhvr>
                                    </p:animEffect>
                                    <p:anim calcmode="lin" valueType="num">
                                      <p:cBhvr>
                                        <p:cTn id="133" dur="750"/>
                                        <p:tgtEl>
                                          <p:spTgt spid="2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4" dur="750"/>
                                        <p:tgtEl>
                                          <p:spTgt spid="23"/>
                                        </p:tgtEl>
                                        <p:attrNameLst>
                                          <p:attrName>ppt_h</p:attrName>
                                        </p:attrNameLst>
                                      </p:cBhvr>
                                      <p:tavLst>
                                        <p:tav tm="0">
                                          <p:val>
                                            <p:strVal val="ppt_h"/>
                                          </p:val>
                                        </p:tav>
                                        <p:tav tm="100000">
                                          <p:val>
                                            <p:strVal val="ppt_h"/>
                                          </p:val>
                                        </p:tav>
                                      </p:tavLst>
                                    </p:anim>
                                    <p:set>
                                      <p:cBhvr>
                                        <p:cTn id="135" dur="1" fill="hold">
                                          <p:stCondLst>
                                            <p:cond delay="749"/>
                                          </p:stCondLst>
                                        </p:cTn>
                                        <p:tgtEl>
                                          <p:spTgt spid="23"/>
                                        </p:tgtEl>
                                        <p:attrNameLst>
                                          <p:attrName>style.visibility</p:attrName>
                                        </p:attrNameLst>
                                      </p:cBhvr>
                                      <p:to>
                                        <p:strVal val="hidden"/>
                                      </p:to>
                                    </p:set>
                                  </p:childTnLst>
                                </p:cTn>
                              </p:par>
                              <p:par>
                                <p:cTn id="136" presetID="45" presetClass="exit" presetSubtype="0" fill="hold" nodeType="withEffect">
                                  <p:stCondLst>
                                    <p:cond delay="1400"/>
                                  </p:stCondLst>
                                  <p:childTnLst>
                                    <p:animEffect transition="out" filter="fade">
                                      <p:cBhvr>
                                        <p:cTn id="137" dur="750"/>
                                        <p:tgtEl>
                                          <p:spTgt spid="26"/>
                                        </p:tgtEl>
                                      </p:cBhvr>
                                    </p:animEffect>
                                    <p:anim calcmode="lin" valueType="num">
                                      <p:cBhvr>
                                        <p:cTn id="138" dur="750"/>
                                        <p:tgtEl>
                                          <p:spTgt spid="2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9" dur="750"/>
                                        <p:tgtEl>
                                          <p:spTgt spid="26"/>
                                        </p:tgtEl>
                                        <p:attrNameLst>
                                          <p:attrName>ppt_h</p:attrName>
                                        </p:attrNameLst>
                                      </p:cBhvr>
                                      <p:tavLst>
                                        <p:tav tm="0">
                                          <p:val>
                                            <p:strVal val="ppt_h"/>
                                          </p:val>
                                        </p:tav>
                                        <p:tav tm="100000">
                                          <p:val>
                                            <p:strVal val="ppt_h"/>
                                          </p:val>
                                        </p:tav>
                                      </p:tavLst>
                                    </p:anim>
                                    <p:set>
                                      <p:cBhvr>
                                        <p:cTn id="140" dur="1" fill="hold">
                                          <p:stCondLst>
                                            <p:cond delay="749"/>
                                          </p:stCondLst>
                                        </p:cTn>
                                        <p:tgtEl>
                                          <p:spTgt spid="26"/>
                                        </p:tgtEl>
                                        <p:attrNameLst>
                                          <p:attrName>style.visibility</p:attrName>
                                        </p:attrNameLst>
                                      </p:cBhvr>
                                      <p:to>
                                        <p:strVal val="hidden"/>
                                      </p:to>
                                    </p:set>
                                  </p:childTnLst>
                                </p:cTn>
                              </p:par>
                              <p:par>
                                <p:cTn id="141" presetID="45" presetClass="exit" presetSubtype="0" fill="hold" nodeType="withEffect">
                                  <p:stCondLst>
                                    <p:cond delay="1500"/>
                                  </p:stCondLst>
                                  <p:childTnLst>
                                    <p:animEffect transition="out" filter="fade">
                                      <p:cBhvr>
                                        <p:cTn id="142" dur="750"/>
                                        <p:tgtEl>
                                          <p:spTgt spid="29"/>
                                        </p:tgtEl>
                                      </p:cBhvr>
                                    </p:animEffect>
                                    <p:anim calcmode="lin" valueType="num">
                                      <p:cBhvr>
                                        <p:cTn id="143" dur="750"/>
                                        <p:tgtEl>
                                          <p:spTgt spid="2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4" dur="750"/>
                                        <p:tgtEl>
                                          <p:spTgt spid="29"/>
                                        </p:tgtEl>
                                        <p:attrNameLst>
                                          <p:attrName>ppt_h</p:attrName>
                                        </p:attrNameLst>
                                      </p:cBhvr>
                                      <p:tavLst>
                                        <p:tav tm="0">
                                          <p:val>
                                            <p:strVal val="ppt_h"/>
                                          </p:val>
                                        </p:tav>
                                        <p:tav tm="100000">
                                          <p:val>
                                            <p:strVal val="ppt_h"/>
                                          </p:val>
                                        </p:tav>
                                      </p:tavLst>
                                    </p:anim>
                                    <p:set>
                                      <p:cBhvr>
                                        <p:cTn id="145" dur="1" fill="hold">
                                          <p:stCondLst>
                                            <p:cond delay="749"/>
                                          </p:stCondLst>
                                        </p:cTn>
                                        <p:tgtEl>
                                          <p:spTgt spid="29"/>
                                        </p:tgtEl>
                                        <p:attrNameLst>
                                          <p:attrName>style.visibility</p:attrName>
                                        </p:attrNameLst>
                                      </p:cBhvr>
                                      <p:to>
                                        <p:strVal val="hidden"/>
                                      </p:to>
                                    </p:set>
                                  </p:childTnLst>
                                </p:cTn>
                              </p:par>
                              <p:par>
                                <p:cTn id="146" presetID="2" presetClass="entr" presetSubtype="2" decel="100000" fill="hold" grpId="0" nodeType="withEffect">
                                  <p:stCondLst>
                                    <p:cond delay="1500"/>
                                  </p:stCondLst>
                                  <p:iterate type="wd">
                                    <p:tmPct val="10000"/>
                                  </p:iterate>
                                  <p:childTnLst>
                                    <p:set>
                                      <p:cBhvr>
                                        <p:cTn id="147" dur="1" fill="hold">
                                          <p:stCondLst>
                                            <p:cond delay="0"/>
                                          </p:stCondLst>
                                        </p:cTn>
                                        <p:tgtEl>
                                          <p:spTgt spid="33">
                                            <p:txEl>
                                              <p:pRg st="0" end="0"/>
                                            </p:txEl>
                                          </p:spTgt>
                                        </p:tgtEl>
                                        <p:attrNameLst>
                                          <p:attrName>style.visibility</p:attrName>
                                        </p:attrNameLst>
                                      </p:cBhvr>
                                      <p:to>
                                        <p:strVal val="visible"/>
                                      </p:to>
                                    </p:set>
                                    <p:anim calcmode="lin" valueType="num">
                                      <p:cBhvr additive="base">
                                        <p:cTn id="148" dur="75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149" dur="750" fill="hold"/>
                                        <p:tgtEl>
                                          <p:spTgt spid="33">
                                            <p:txEl>
                                              <p:pRg st="0" end="0"/>
                                            </p:txEl>
                                          </p:spTgt>
                                        </p:tgtEl>
                                        <p:attrNameLst>
                                          <p:attrName>ppt_y</p:attrName>
                                        </p:attrNameLst>
                                      </p:cBhvr>
                                      <p:tavLst>
                                        <p:tav tm="0">
                                          <p:val>
                                            <p:strVal val="#ppt_y"/>
                                          </p:val>
                                        </p:tav>
                                        <p:tav tm="100000">
                                          <p:val>
                                            <p:strVal val="#ppt_y"/>
                                          </p:val>
                                        </p:tav>
                                      </p:tavLst>
                                    </p:anim>
                                  </p:childTnLst>
                                </p:cTn>
                              </p:par>
                              <p:par>
                                <p:cTn id="150" presetID="2" presetClass="entr" presetSubtype="8" decel="100000" fill="hold" grpId="0" nodeType="withEffect">
                                  <p:stCondLst>
                                    <p:cond delay="1500"/>
                                  </p:stCondLst>
                                  <p:iterate type="lt">
                                    <p:tmPct val="10000"/>
                                  </p:iterate>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0-#ppt_w/2"/>
                                          </p:val>
                                        </p:tav>
                                        <p:tav tm="100000">
                                          <p:val>
                                            <p:strVal val="#ppt_x"/>
                                          </p:val>
                                        </p:tav>
                                      </p:tavLst>
                                    </p:anim>
                                    <p:anim calcmode="lin" valueType="num">
                                      <p:cBhvr additive="base">
                                        <p:cTn id="153" dur="500" fill="hold"/>
                                        <p:tgtEl>
                                          <p:spTgt spid="32"/>
                                        </p:tgtEl>
                                        <p:attrNameLst>
                                          <p:attrName>ppt_y</p:attrName>
                                        </p:attrNameLst>
                                      </p:cBhvr>
                                      <p:tavLst>
                                        <p:tav tm="0">
                                          <p:val>
                                            <p:strVal val="#ppt_y"/>
                                          </p:val>
                                        </p:tav>
                                        <p:tav tm="100000">
                                          <p:val>
                                            <p:strVal val="#ppt_y"/>
                                          </p:val>
                                        </p:tav>
                                      </p:tavLst>
                                    </p:anim>
                                  </p:childTnLst>
                                </p:cTn>
                              </p:par>
                              <p:par>
                                <p:cTn id="154" presetID="2" presetClass="entr" presetSubtype="1" decel="100000" fill="hold" grpId="0" nodeType="withEffect">
                                  <p:stCondLst>
                                    <p:cond delay="150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6" dur="750" fill="hold"/>
                                        <p:tgtEl>
                                          <p:spTgt spid="39"/>
                                        </p:tgtEl>
                                        <p:attrNameLst>
                                          <p:attrName>ppt_x</p:attrName>
                                        </p:attrNameLst>
                                      </p:cBhvr>
                                      <p:tavLst>
                                        <p:tav tm="0">
                                          <p:val>
                                            <p:strVal val="#ppt_x"/>
                                          </p:val>
                                        </p:tav>
                                        <p:tav tm="100000">
                                          <p:val>
                                            <p:strVal val="#ppt_x"/>
                                          </p:val>
                                        </p:tav>
                                      </p:tavLst>
                                    </p:anim>
                                    <p:anim calcmode="lin" valueType="num">
                                      <p:cBhvr additive="base">
                                        <p:cTn id="157" dur="750" fill="hold"/>
                                        <p:tgtEl>
                                          <p:spTgt spid="39"/>
                                        </p:tgtEl>
                                        <p:attrNameLst>
                                          <p:attrName>ppt_y</p:attrName>
                                        </p:attrNameLst>
                                      </p:cBhvr>
                                      <p:tavLst>
                                        <p:tav tm="0">
                                          <p:val>
                                            <p:strVal val="0-#ppt_h/2"/>
                                          </p:val>
                                        </p:tav>
                                        <p:tav tm="100000">
                                          <p:val>
                                            <p:strVal val="#ppt_y"/>
                                          </p:val>
                                        </p:tav>
                                      </p:tavLst>
                                    </p:anim>
                                  </p:childTnLst>
                                </p:cTn>
                              </p:par>
                              <p:par>
                                <p:cTn id="158" presetID="2" presetClass="entr" presetSubtype="1" decel="100000" fill="hold" grpId="0" nodeType="withEffect">
                                  <p:stCondLst>
                                    <p:cond delay="160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0" dur="750" fill="hold"/>
                                        <p:tgtEl>
                                          <p:spTgt spid="40"/>
                                        </p:tgtEl>
                                        <p:attrNameLst>
                                          <p:attrName>ppt_x</p:attrName>
                                        </p:attrNameLst>
                                      </p:cBhvr>
                                      <p:tavLst>
                                        <p:tav tm="0">
                                          <p:val>
                                            <p:strVal val="#ppt_x"/>
                                          </p:val>
                                        </p:tav>
                                        <p:tav tm="100000">
                                          <p:val>
                                            <p:strVal val="#ppt_x"/>
                                          </p:val>
                                        </p:tav>
                                      </p:tavLst>
                                    </p:anim>
                                    <p:anim calcmode="lin" valueType="num">
                                      <p:cBhvr additive="base">
                                        <p:cTn id="161" dur="750" fill="hold"/>
                                        <p:tgtEl>
                                          <p:spTgt spid="40"/>
                                        </p:tgtEl>
                                        <p:attrNameLst>
                                          <p:attrName>ppt_y</p:attrName>
                                        </p:attrNameLst>
                                      </p:cBhvr>
                                      <p:tavLst>
                                        <p:tav tm="0">
                                          <p:val>
                                            <p:strVal val="0-#ppt_h/2"/>
                                          </p:val>
                                        </p:tav>
                                        <p:tav tm="100000">
                                          <p:val>
                                            <p:strVal val="#ppt_y"/>
                                          </p:val>
                                        </p:tav>
                                      </p:tavLst>
                                    </p:anim>
                                  </p:childTnLst>
                                </p:cTn>
                              </p:par>
                              <p:par>
                                <p:cTn id="162" presetID="2" presetClass="entr" presetSubtype="1" decel="100000" fill="hold" grpId="0" nodeType="withEffect">
                                  <p:stCondLst>
                                    <p:cond delay="1700"/>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4" dur="750" fill="hold"/>
                                        <p:tgtEl>
                                          <p:spTgt spid="41"/>
                                        </p:tgtEl>
                                        <p:attrNameLst>
                                          <p:attrName>ppt_x</p:attrName>
                                        </p:attrNameLst>
                                      </p:cBhvr>
                                      <p:tavLst>
                                        <p:tav tm="0">
                                          <p:val>
                                            <p:strVal val="#ppt_x"/>
                                          </p:val>
                                        </p:tav>
                                        <p:tav tm="100000">
                                          <p:val>
                                            <p:strVal val="#ppt_x"/>
                                          </p:val>
                                        </p:tav>
                                      </p:tavLst>
                                    </p:anim>
                                    <p:anim calcmode="lin" valueType="num">
                                      <p:cBhvr additive="base">
                                        <p:cTn id="165" dur="750" fill="hold"/>
                                        <p:tgtEl>
                                          <p:spTgt spid="41"/>
                                        </p:tgtEl>
                                        <p:attrNameLst>
                                          <p:attrName>ppt_y</p:attrName>
                                        </p:attrNameLst>
                                      </p:cBhvr>
                                      <p:tavLst>
                                        <p:tav tm="0">
                                          <p:val>
                                            <p:strVal val="0-#ppt_h/2"/>
                                          </p:val>
                                        </p:tav>
                                        <p:tav tm="100000">
                                          <p:val>
                                            <p:strVal val="#ppt_y"/>
                                          </p:val>
                                        </p:tav>
                                      </p:tavLst>
                                    </p:anim>
                                  </p:childTnLst>
                                </p:cTn>
                              </p:par>
                              <p:par>
                                <p:cTn id="166" presetID="2" presetClass="entr" presetSubtype="1" decel="100000" fill="hold" grpId="0" nodeType="withEffect">
                                  <p:stCondLst>
                                    <p:cond delay="1800"/>
                                  </p:stCondLst>
                                  <p:childTnLst>
                                    <p:set>
                                      <p:cBhvr>
                                        <p:cTn id="167" dur="1" fill="hold">
                                          <p:stCondLst>
                                            <p:cond delay="0"/>
                                          </p:stCondLst>
                                        </p:cTn>
                                        <p:tgtEl>
                                          <p:spTgt spid="42"/>
                                        </p:tgtEl>
                                        <p:attrNameLst>
                                          <p:attrName>style.visibility</p:attrName>
                                        </p:attrNameLst>
                                      </p:cBhvr>
                                      <p:to>
                                        <p:strVal val="visible"/>
                                      </p:to>
                                    </p:set>
                                    <p:anim calcmode="lin" valueType="num">
                                      <p:cBhvr additive="base">
                                        <p:cTn id="168" dur="750" fill="hold"/>
                                        <p:tgtEl>
                                          <p:spTgt spid="42"/>
                                        </p:tgtEl>
                                        <p:attrNameLst>
                                          <p:attrName>ppt_x</p:attrName>
                                        </p:attrNameLst>
                                      </p:cBhvr>
                                      <p:tavLst>
                                        <p:tav tm="0">
                                          <p:val>
                                            <p:strVal val="#ppt_x"/>
                                          </p:val>
                                        </p:tav>
                                        <p:tav tm="100000">
                                          <p:val>
                                            <p:strVal val="#ppt_x"/>
                                          </p:val>
                                        </p:tav>
                                      </p:tavLst>
                                    </p:anim>
                                    <p:anim calcmode="lin" valueType="num">
                                      <p:cBhvr additive="base">
                                        <p:cTn id="169" dur="750" fill="hold"/>
                                        <p:tgtEl>
                                          <p:spTgt spid="42"/>
                                        </p:tgtEl>
                                        <p:attrNameLst>
                                          <p:attrName>ppt_y</p:attrName>
                                        </p:attrNameLst>
                                      </p:cBhvr>
                                      <p:tavLst>
                                        <p:tav tm="0">
                                          <p:val>
                                            <p:strVal val="0-#ppt_h/2"/>
                                          </p:val>
                                        </p:tav>
                                        <p:tav tm="100000">
                                          <p:val>
                                            <p:strVal val="#ppt_y"/>
                                          </p:val>
                                        </p:tav>
                                      </p:tavLst>
                                    </p:anim>
                                  </p:childTnLst>
                                </p:cTn>
                              </p:par>
                              <p:par>
                                <p:cTn id="170" presetID="45" presetClass="entr" presetSubtype="0" fill="hold" grpId="1" nodeType="withEffect">
                                  <p:stCondLst>
                                    <p:cond delay="150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750"/>
                                        <p:tgtEl>
                                          <p:spTgt spid="39"/>
                                        </p:tgtEl>
                                      </p:cBhvr>
                                    </p:animEffect>
                                    <p:anim calcmode="lin" valueType="num">
                                      <p:cBhvr>
                                        <p:cTn id="173" dur="750" fill="hold"/>
                                        <p:tgtEl>
                                          <p:spTgt spid="39"/>
                                        </p:tgtEl>
                                        <p:attrNameLst>
                                          <p:attrName>ppt_w</p:attrName>
                                        </p:attrNameLst>
                                      </p:cBhvr>
                                      <p:tavLst>
                                        <p:tav tm="0" fmla="#ppt_w*sin(2.5*pi*$)">
                                          <p:val>
                                            <p:fltVal val="0"/>
                                          </p:val>
                                        </p:tav>
                                        <p:tav tm="100000">
                                          <p:val>
                                            <p:fltVal val="1"/>
                                          </p:val>
                                        </p:tav>
                                      </p:tavLst>
                                    </p:anim>
                                    <p:anim calcmode="lin" valueType="num">
                                      <p:cBhvr>
                                        <p:cTn id="174" dur="750" fill="hold"/>
                                        <p:tgtEl>
                                          <p:spTgt spid="39"/>
                                        </p:tgtEl>
                                        <p:attrNameLst>
                                          <p:attrName>ppt_h</p:attrName>
                                        </p:attrNameLst>
                                      </p:cBhvr>
                                      <p:tavLst>
                                        <p:tav tm="0">
                                          <p:val>
                                            <p:strVal val="#ppt_h"/>
                                          </p:val>
                                        </p:tav>
                                        <p:tav tm="100000">
                                          <p:val>
                                            <p:strVal val="#ppt_h"/>
                                          </p:val>
                                        </p:tav>
                                      </p:tavLst>
                                    </p:anim>
                                  </p:childTnLst>
                                </p:cTn>
                              </p:par>
                              <p:par>
                                <p:cTn id="175" presetID="45" presetClass="entr" presetSubtype="0" fill="hold" grpId="1" nodeType="withEffect">
                                  <p:stCondLst>
                                    <p:cond delay="160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750"/>
                                        <p:tgtEl>
                                          <p:spTgt spid="40"/>
                                        </p:tgtEl>
                                      </p:cBhvr>
                                    </p:animEffect>
                                    <p:anim calcmode="lin" valueType="num">
                                      <p:cBhvr>
                                        <p:cTn id="178" dur="750" fill="hold"/>
                                        <p:tgtEl>
                                          <p:spTgt spid="40"/>
                                        </p:tgtEl>
                                        <p:attrNameLst>
                                          <p:attrName>ppt_w</p:attrName>
                                        </p:attrNameLst>
                                      </p:cBhvr>
                                      <p:tavLst>
                                        <p:tav tm="0" fmla="#ppt_w*sin(2.5*pi*$)">
                                          <p:val>
                                            <p:fltVal val="0"/>
                                          </p:val>
                                        </p:tav>
                                        <p:tav tm="100000">
                                          <p:val>
                                            <p:fltVal val="1"/>
                                          </p:val>
                                        </p:tav>
                                      </p:tavLst>
                                    </p:anim>
                                    <p:anim calcmode="lin" valueType="num">
                                      <p:cBhvr>
                                        <p:cTn id="179" dur="750" fill="hold"/>
                                        <p:tgtEl>
                                          <p:spTgt spid="40"/>
                                        </p:tgtEl>
                                        <p:attrNameLst>
                                          <p:attrName>ppt_h</p:attrName>
                                        </p:attrNameLst>
                                      </p:cBhvr>
                                      <p:tavLst>
                                        <p:tav tm="0">
                                          <p:val>
                                            <p:strVal val="#ppt_h"/>
                                          </p:val>
                                        </p:tav>
                                        <p:tav tm="100000">
                                          <p:val>
                                            <p:strVal val="#ppt_h"/>
                                          </p:val>
                                        </p:tav>
                                      </p:tavLst>
                                    </p:anim>
                                  </p:childTnLst>
                                </p:cTn>
                              </p:par>
                              <p:par>
                                <p:cTn id="180" presetID="45" presetClass="entr" presetSubtype="0" fill="hold" grpId="1" nodeType="withEffect">
                                  <p:stCondLst>
                                    <p:cond delay="170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750"/>
                                        <p:tgtEl>
                                          <p:spTgt spid="41"/>
                                        </p:tgtEl>
                                      </p:cBhvr>
                                    </p:animEffect>
                                    <p:anim calcmode="lin" valueType="num">
                                      <p:cBhvr>
                                        <p:cTn id="183" dur="750" fill="hold"/>
                                        <p:tgtEl>
                                          <p:spTgt spid="41"/>
                                        </p:tgtEl>
                                        <p:attrNameLst>
                                          <p:attrName>ppt_w</p:attrName>
                                        </p:attrNameLst>
                                      </p:cBhvr>
                                      <p:tavLst>
                                        <p:tav tm="0" fmla="#ppt_w*sin(2.5*pi*$)">
                                          <p:val>
                                            <p:fltVal val="0"/>
                                          </p:val>
                                        </p:tav>
                                        <p:tav tm="100000">
                                          <p:val>
                                            <p:fltVal val="1"/>
                                          </p:val>
                                        </p:tav>
                                      </p:tavLst>
                                    </p:anim>
                                    <p:anim calcmode="lin" valueType="num">
                                      <p:cBhvr>
                                        <p:cTn id="184" dur="750" fill="hold"/>
                                        <p:tgtEl>
                                          <p:spTgt spid="41"/>
                                        </p:tgtEl>
                                        <p:attrNameLst>
                                          <p:attrName>ppt_h</p:attrName>
                                        </p:attrNameLst>
                                      </p:cBhvr>
                                      <p:tavLst>
                                        <p:tav tm="0">
                                          <p:val>
                                            <p:strVal val="#ppt_h"/>
                                          </p:val>
                                        </p:tav>
                                        <p:tav tm="100000">
                                          <p:val>
                                            <p:strVal val="#ppt_h"/>
                                          </p:val>
                                        </p:tav>
                                      </p:tavLst>
                                    </p:anim>
                                  </p:childTnLst>
                                </p:cTn>
                              </p:par>
                              <p:par>
                                <p:cTn id="185" presetID="45" presetClass="entr" presetSubtype="0" fill="hold" grpId="1" nodeType="withEffect">
                                  <p:stCondLst>
                                    <p:cond delay="180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750"/>
                                        <p:tgtEl>
                                          <p:spTgt spid="42"/>
                                        </p:tgtEl>
                                      </p:cBhvr>
                                    </p:animEffect>
                                    <p:anim calcmode="lin" valueType="num">
                                      <p:cBhvr>
                                        <p:cTn id="188" dur="750" fill="hold"/>
                                        <p:tgtEl>
                                          <p:spTgt spid="42"/>
                                        </p:tgtEl>
                                        <p:attrNameLst>
                                          <p:attrName>ppt_w</p:attrName>
                                        </p:attrNameLst>
                                      </p:cBhvr>
                                      <p:tavLst>
                                        <p:tav tm="0" fmla="#ppt_w*sin(2.5*pi*$)">
                                          <p:val>
                                            <p:fltVal val="0"/>
                                          </p:val>
                                        </p:tav>
                                        <p:tav tm="100000">
                                          <p:val>
                                            <p:fltVal val="1"/>
                                          </p:val>
                                        </p:tav>
                                      </p:tavLst>
                                    </p:anim>
                                    <p:anim calcmode="lin" valueType="num">
                                      <p:cBhvr>
                                        <p:cTn id="189" dur="750" fill="hold"/>
                                        <p:tgtEl>
                                          <p:spTgt spid="42"/>
                                        </p:tgtEl>
                                        <p:attrNameLst>
                                          <p:attrName>ppt_h</p:attrName>
                                        </p:attrNameLst>
                                      </p:cBhvr>
                                      <p:tavLst>
                                        <p:tav tm="0">
                                          <p:val>
                                            <p:strVal val="#ppt_h"/>
                                          </p:val>
                                        </p:tav>
                                        <p:tav tm="100000">
                                          <p:val>
                                            <p:strVal val="#ppt_h"/>
                                          </p:val>
                                        </p:tav>
                                      </p:tavLst>
                                    </p:anim>
                                  </p:childTnLst>
                                </p:cTn>
                              </p:par>
                            </p:childTnLst>
                          </p:cTn>
                        </p:par>
                        <p:par>
                          <p:cTn id="190" fill="hold">
                            <p:stCondLst>
                              <p:cond delay="4300"/>
                            </p:stCondLst>
                            <p:childTnLst>
                              <p:par>
                                <p:cTn id="191" presetID="10" presetClass="entr" presetSubtype="0" fill="hold" nodeType="afterEffect">
                                  <p:stCondLst>
                                    <p:cond delay="500"/>
                                  </p:stCondLst>
                                  <p:childTnLst>
                                    <p:set>
                                      <p:cBhvr>
                                        <p:cTn id="192" dur="1" fill="hold">
                                          <p:stCondLst>
                                            <p:cond delay="0"/>
                                          </p:stCondLst>
                                        </p:cTn>
                                        <p:tgtEl>
                                          <p:spTgt spid="35"/>
                                        </p:tgtEl>
                                        <p:attrNameLst>
                                          <p:attrName>style.visibility</p:attrName>
                                        </p:attrNameLst>
                                      </p:cBhvr>
                                      <p:to>
                                        <p:strVal val="visible"/>
                                      </p:to>
                                    </p:set>
                                    <p:animEffect transition="in" filter="fade">
                                      <p:cBhvr>
                                        <p:cTn id="193" dur="500"/>
                                        <p:tgtEl>
                                          <p:spTgt spid="35"/>
                                        </p:tgtEl>
                                      </p:cBhvr>
                                    </p:animEffect>
                                  </p:childTnLst>
                                </p:cTn>
                              </p:par>
                            </p:childTnLst>
                          </p:cTn>
                        </p:par>
                        <p:par>
                          <p:cTn id="194" fill="hold">
                            <p:stCondLst>
                              <p:cond delay="5300"/>
                            </p:stCondLst>
                            <p:childTnLst>
                              <p:par>
                                <p:cTn id="195" presetID="10" presetClass="entr" presetSubtype="0" fill="hold" grpId="0" nodeType="afterEffect">
                                  <p:stCondLst>
                                    <p:cond delay="0"/>
                                  </p:stCondLst>
                                  <p:childTnLst>
                                    <p:set>
                                      <p:cBhvr>
                                        <p:cTn id="196" dur="1" fill="hold">
                                          <p:stCondLst>
                                            <p:cond delay="0"/>
                                          </p:stCondLst>
                                        </p:cTn>
                                        <p:tgtEl>
                                          <p:spTgt spid="34">
                                            <p:txEl>
                                              <p:pRg st="0" end="0"/>
                                            </p:txEl>
                                          </p:spTgt>
                                        </p:tgtEl>
                                        <p:attrNameLst>
                                          <p:attrName>style.visibility</p:attrName>
                                        </p:attrNameLst>
                                      </p:cBhvr>
                                      <p:to>
                                        <p:strVal val="visible"/>
                                      </p:to>
                                    </p:set>
                                    <p:animEffect transition="in" filter="fade">
                                      <p:cBhvr>
                                        <p:cTn id="197"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32" grpId="0"/>
      <p:bldP spid="33" grpId="0" build="p">
        <p:tmplLst>
          <p:tmpl lvl="1">
            <p:tnLst>
              <p:par>
                <p:cTn presetID="2" presetClass="entr" presetSubtype="2" decel="100000" fill="hold" nodeType="withEffect">
                  <p:stCondLst>
                    <p:cond delay="150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750" fill="hold"/>
                        <p:tgtEl>
                          <p:spTgt spid="33"/>
                        </p:tgtEl>
                        <p:attrNameLst>
                          <p:attrName>ppt_x</p:attrName>
                        </p:attrNameLst>
                      </p:cBhvr>
                      <p:tavLst>
                        <p:tav tm="0">
                          <p:val>
                            <p:strVal val="1+#ppt_w/2"/>
                          </p:val>
                        </p:tav>
                        <p:tav tm="100000">
                          <p:val>
                            <p:strVal val="#ppt_x"/>
                          </p:val>
                        </p:tav>
                      </p:tavLst>
                    </p:anim>
                    <p:anim calcmode="lin" valueType="num">
                      <p:cBhvr additive="base">
                        <p:cTn dur="750" fill="hold"/>
                        <p:tgtEl>
                          <p:spTgt spid="33"/>
                        </p:tgtEl>
                        <p:attrNameLst>
                          <p:attrName>ppt_y</p:attrName>
                        </p:attrNameLst>
                      </p:cBhvr>
                      <p:tavLst>
                        <p:tav tm="0">
                          <p:val>
                            <p:strVal val="#ppt_y"/>
                          </p:val>
                        </p:tav>
                        <p:tav tm="100000">
                          <p:val>
                            <p:strVal val="#ppt_y"/>
                          </p:val>
                        </p:tav>
                      </p:tavLst>
                    </p:anim>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9" grpId="0" animBg="1"/>
      <p:bldP spid="39" grpId="1" animBg="1"/>
      <p:bldP spid="40" grpId="0" animBg="1"/>
      <p:bldP spid="40" grpId="1" animBg="1"/>
      <p:bldP spid="41" grpId="0" animBg="1"/>
      <p:bldP spid="41" grpId="1" animBg="1"/>
      <p:bldP spid="42" grpId="0" animBg="1"/>
      <p:bldP spid="42" grpId="1"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9BA09E65-9876-45FB-8676-ADC14A9EF733}" type="datetime1">
              <a:rPr lang="fr-FR" smtClean="0"/>
              <a:t>11/12/2021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4C13B2-D80C-4AED-B714-C3D533287FCA}" type="slidenum">
              <a:rPr lang="fr-FR" smtClean="0"/>
              <a:t>‹#›</a:t>
            </a:fld>
            <a:endParaRPr lang="fr-FR"/>
          </a:p>
        </p:txBody>
      </p:sp>
    </p:spTree>
    <p:extLst>
      <p:ext uri="{BB962C8B-B14F-4D97-AF65-F5344CB8AC3E}">
        <p14:creationId xmlns:p14="http://schemas.microsoft.com/office/powerpoint/2010/main" val="2234053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 Simple List">
    <p:spTree>
      <p:nvGrpSpPr>
        <p:cNvPr id="1" name=""/>
        <p:cNvGrpSpPr/>
        <p:nvPr/>
      </p:nvGrpSpPr>
      <p:grpSpPr>
        <a:xfrm>
          <a:off x="0" y="0"/>
          <a:ext cx="0" cy="0"/>
          <a:chOff x="0" y="0"/>
          <a:chExt cx="0" cy="0"/>
        </a:xfrm>
      </p:grpSpPr>
      <p:sp>
        <p:nvSpPr>
          <p:cNvPr id="3" name="フッター プレースホルダー 2"/>
          <p:cNvSpPr>
            <a:spLocks noGrp="1"/>
          </p:cNvSpPr>
          <p:nvPr userDrawn="1">
            <p:ph type="ftr" sz="quarter" idx="10"/>
          </p:nvPr>
        </p:nvSpPr>
        <p:spPr/>
        <p:txBody>
          <a:bodyPr/>
          <a:lstStyle/>
          <a:p>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5"/>
          <p:cNvSpPr/>
          <p:nvPr userDrawn="1"/>
        </p:nvSpPr>
        <p:spPr>
          <a:xfrm>
            <a:off x="1771139" y="1896217"/>
            <a:ext cx="439509" cy="4394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1</a:t>
            </a:r>
            <a:endParaRPr kumimoji="1" lang="ja-JP" altLang="en-US" sz="1200" dirty="0"/>
          </a:p>
        </p:txBody>
      </p:sp>
      <p:sp>
        <p:nvSpPr>
          <p:cNvPr id="7" name="円/楕円 6"/>
          <p:cNvSpPr/>
          <p:nvPr userDrawn="1"/>
        </p:nvSpPr>
        <p:spPr>
          <a:xfrm>
            <a:off x="1771139" y="2789402"/>
            <a:ext cx="439509" cy="4394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2</a:t>
            </a:r>
          </a:p>
        </p:txBody>
      </p:sp>
      <p:sp>
        <p:nvSpPr>
          <p:cNvPr id="8" name="テキスト プレースホルダー 6"/>
          <p:cNvSpPr>
            <a:spLocks noGrp="1"/>
          </p:cNvSpPr>
          <p:nvPr>
            <p:ph type="body" sz="quarter" idx="28" hasCustomPrompt="1"/>
          </p:nvPr>
        </p:nvSpPr>
        <p:spPr>
          <a:xfrm>
            <a:off x="2374879" y="182389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29" hasCustomPrompt="1"/>
          </p:nvPr>
        </p:nvSpPr>
        <p:spPr>
          <a:xfrm>
            <a:off x="2374879" y="2717076"/>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0" name="円/楕円 9"/>
          <p:cNvSpPr/>
          <p:nvPr userDrawn="1"/>
        </p:nvSpPr>
        <p:spPr>
          <a:xfrm>
            <a:off x="1771139" y="3682587"/>
            <a:ext cx="439509" cy="43947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endParaRPr kumimoji="1" lang="ja-JP" altLang="en-US" sz="1200" dirty="0"/>
          </a:p>
        </p:txBody>
      </p:sp>
      <p:sp>
        <p:nvSpPr>
          <p:cNvPr id="11" name="テキスト プレースホルダー 6"/>
          <p:cNvSpPr>
            <a:spLocks noGrp="1"/>
          </p:cNvSpPr>
          <p:nvPr>
            <p:ph type="body" sz="quarter" idx="31" hasCustomPrompt="1"/>
          </p:nvPr>
        </p:nvSpPr>
        <p:spPr>
          <a:xfrm>
            <a:off x="2374879" y="361026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2" name="円/楕円 11"/>
          <p:cNvSpPr/>
          <p:nvPr userDrawn="1"/>
        </p:nvSpPr>
        <p:spPr>
          <a:xfrm>
            <a:off x="1771139" y="4575773"/>
            <a:ext cx="439509" cy="4394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4</a:t>
            </a:r>
          </a:p>
        </p:txBody>
      </p:sp>
      <p:sp>
        <p:nvSpPr>
          <p:cNvPr id="13" name="テキスト プレースホルダー 6"/>
          <p:cNvSpPr>
            <a:spLocks noGrp="1"/>
          </p:cNvSpPr>
          <p:nvPr>
            <p:ph type="body" sz="quarter" idx="33" hasCustomPrompt="1"/>
          </p:nvPr>
        </p:nvSpPr>
        <p:spPr>
          <a:xfrm>
            <a:off x="2374879" y="4503447"/>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4" name="円/楕円 13"/>
          <p:cNvSpPr/>
          <p:nvPr userDrawn="1"/>
        </p:nvSpPr>
        <p:spPr>
          <a:xfrm>
            <a:off x="1771139" y="5468958"/>
            <a:ext cx="439509" cy="43947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5</a:t>
            </a:r>
            <a:endParaRPr kumimoji="1" lang="ja-JP" altLang="en-US" sz="1200" dirty="0"/>
          </a:p>
        </p:txBody>
      </p:sp>
      <p:sp>
        <p:nvSpPr>
          <p:cNvPr id="15" name="テキスト プレースホルダー 6"/>
          <p:cNvSpPr>
            <a:spLocks noGrp="1"/>
          </p:cNvSpPr>
          <p:nvPr>
            <p:ph type="body" sz="quarter" idx="35" hasCustomPrompt="1"/>
          </p:nvPr>
        </p:nvSpPr>
        <p:spPr>
          <a:xfrm>
            <a:off x="2374879" y="5396632"/>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userDrawn="1"/>
        </p:nvSpPr>
        <p:spPr>
          <a:xfrm>
            <a:off x="0" y="0"/>
            <a:ext cx="12192000" cy="13449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タイトル 1"/>
          <p:cNvSpPr>
            <a:spLocks noGrp="1"/>
          </p:cNvSpPr>
          <p:nvPr>
            <p:ph type="title" hasCustomPrompt="1"/>
          </p:nvPr>
        </p:nvSpPr>
        <p:spPr>
          <a:xfrm>
            <a:off x="589917" y="304800"/>
            <a:ext cx="11012164" cy="774095"/>
          </a:xfrm>
        </p:spPr>
        <p:txBody>
          <a:bodyPr>
            <a:noAutofit/>
          </a:bodyPr>
          <a:lstStyle>
            <a:lvl1pPr algn="ctr">
              <a:defRPr sz="44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359466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par>
                          <p:cTn id="22" fill="hold">
                            <p:stCondLst>
                              <p:cond delay="2500"/>
                            </p:stCondLst>
                            <p:childTnLst>
                              <p:par>
                                <p:cTn id="23" presetID="2" presetClass="entr" presetSubtype="1" decel="10000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childTnLst>
                          </p:cTn>
                        </p:par>
                        <p:par>
                          <p:cTn id="31" fill="hold">
                            <p:stCondLst>
                              <p:cond delay="3500"/>
                            </p:stCondLst>
                            <p:childTnLst>
                              <p:par>
                                <p:cTn id="32" presetID="2" presetClass="entr" presetSubtype="1"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par>
                          <p:cTn id="40" fill="hold">
                            <p:stCondLst>
                              <p:cond delay="4500"/>
                            </p:stCondLst>
                            <p:childTnLst>
                              <p:par>
                                <p:cTn id="41" presetID="2" presetClass="entr" presetSubtype="1" decel="10000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0-#ppt_h/2"/>
                                          </p:val>
                                        </p:tav>
                                        <p:tav tm="100000">
                                          <p:val>
                                            <p:strVal val="#ppt_y"/>
                                          </p:val>
                                        </p:tav>
                                      </p:tavLst>
                                    </p:anim>
                                  </p:childTnLst>
                                </p:cTn>
                              </p:par>
                            </p:childTnLst>
                          </p:cTn>
                        </p:par>
                        <p:par>
                          <p:cTn id="45" fill="hold">
                            <p:stCondLst>
                              <p:cond delay="5000"/>
                            </p:stCondLst>
                            <p:childTnLst>
                              <p:par>
                                <p:cTn id="46" presetID="22" presetClass="entr" presetSubtype="8" fill="hold" grpId="0" nodeType="after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wipe(left)">
                                      <p:cBhvr>
                                        <p:cTn id="48" dur="500"/>
                                        <p:tgtEl>
                                          <p:spTgt spid="13">
                                            <p:txEl>
                                              <p:pRg st="0" end="0"/>
                                            </p:txEl>
                                          </p:spTgt>
                                        </p:tgtEl>
                                      </p:cBhvr>
                                    </p:animEffect>
                                  </p:childTnLst>
                                </p:cTn>
                              </p:par>
                            </p:childTnLst>
                          </p:cTn>
                        </p:par>
                        <p:par>
                          <p:cTn id="49" fill="hold">
                            <p:stCondLst>
                              <p:cond delay="5500"/>
                            </p:stCondLst>
                            <p:childTnLst>
                              <p:par>
                                <p:cTn id="50" presetID="2" presetClass="entr" presetSubtype="1" decel="10000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0-#ppt_h/2"/>
                                          </p:val>
                                        </p:tav>
                                        <p:tav tm="100000">
                                          <p:val>
                                            <p:strVal val="#ppt_y"/>
                                          </p:val>
                                        </p:tav>
                                      </p:tavLst>
                                    </p:anim>
                                  </p:childTnLst>
                                </p:cTn>
                              </p:par>
                            </p:childTnLst>
                          </p:cTn>
                        </p:par>
                        <p:par>
                          <p:cTn id="54" fill="hold">
                            <p:stCondLst>
                              <p:cond delay="6000"/>
                            </p:stCondLst>
                            <p:childTnLst>
                              <p:par>
                                <p:cTn id="55" presetID="22" presetClass="entr" presetSubtype="8" fill="hold" grpId="0" nodeType="after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wipe(left)">
                                      <p:cBhvr>
                                        <p:cTn id="5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uild="p">
        <p:tmplLst>
          <p:tmpl lvl="1">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animBg="1"/>
      <p:bldP spid="11" grpId="0" build="p">
        <p:tmplLst>
          <p:tmpl lvl="1">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bldP spid="17"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a:t>
            </a:fld>
            <a:endParaRPr lang="en-US" dirty="0"/>
          </a:p>
        </p:txBody>
      </p:sp>
      <p:sp>
        <p:nvSpPr>
          <p:cNvPr id="5" name="円/楕円 4"/>
          <p:cNvSpPr/>
          <p:nvPr userDrawn="1"/>
        </p:nvSpPr>
        <p:spPr>
          <a:xfrm>
            <a:off x="1875680" y="1928652"/>
            <a:ext cx="219331" cy="219680"/>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4"/>
          <p:cNvSpPr/>
          <p:nvPr userDrawn="1"/>
        </p:nvSpPr>
        <p:spPr>
          <a:xfrm>
            <a:off x="1875680" y="2928459"/>
            <a:ext cx="219331" cy="219680"/>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p>
        </p:txBody>
      </p:sp>
      <p:sp>
        <p:nvSpPr>
          <p:cNvPr id="7" name="テキスト プレースホルダー 12"/>
          <p:cNvSpPr>
            <a:spLocks noGrp="1"/>
          </p:cNvSpPr>
          <p:nvPr>
            <p:ph type="body" sz="quarter" idx="13" hasCustomPrompt="1"/>
          </p:nvPr>
        </p:nvSpPr>
        <p:spPr>
          <a:xfrm>
            <a:off x="2200564" y="1835018"/>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2200564" y="2834825"/>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1875680" y="3928266"/>
            <a:ext cx="219331" cy="219680"/>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テキスト プレースホルダー 12"/>
          <p:cNvSpPr>
            <a:spLocks noGrp="1"/>
          </p:cNvSpPr>
          <p:nvPr>
            <p:ph type="body" sz="quarter" idx="25" hasCustomPrompt="1"/>
          </p:nvPr>
        </p:nvSpPr>
        <p:spPr>
          <a:xfrm>
            <a:off x="2200564" y="3834632"/>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11" name="円/楕円 4"/>
          <p:cNvSpPr/>
          <p:nvPr userDrawn="1"/>
        </p:nvSpPr>
        <p:spPr>
          <a:xfrm>
            <a:off x="1875680" y="4928073"/>
            <a:ext cx="219331" cy="219680"/>
          </a:xfrm>
          <a:prstGeom prst="rect">
            <a:avLst/>
          </a:prstGeom>
          <a:solidFill>
            <a:schemeClr val="accent5"/>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2" name="テキスト プレースホルダー 12"/>
          <p:cNvSpPr>
            <a:spLocks noGrp="1"/>
          </p:cNvSpPr>
          <p:nvPr>
            <p:ph type="body" sz="quarter" idx="26" hasCustomPrompt="1"/>
          </p:nvPr>
        </p:nvSpPr>
        <p:spPr>
          <a:xfrm>
            <a:off x="2200564" y="4834439"/>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07314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par>
                          <p:cTn id="34" fill="hold">
                            <p:stCondLst>
                              <p:cond delay="2750"/>
                            </p:stCondLst>
                            <p:childTnLst>
                              <p:par>
                                <p:cTn id="35" presetID="49" presetClass="entr" presetSubtype="0" decel="100000" fill="hold" grpId="0" nodeType="afterEffect">
                                  <p:stCondLst>
                                    <p:cond delay="25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 calcmode="lin" valueType="num">
                                      <p:cBhvr>
                                        <p:cTn id="39" dur="500" fill="hold"/>
                                        <p:tgtEl>
                                          <p:spTgt spid="11"/>
                                        </p:tgtEl>
                                        <p:attrNameLst>
                                          <p:attrName>style.rotation</p:attrName>
                                        </p:attrNameLst>
                                      </p:cBhvr>
                                      <p:tavLst>
                                        <p:tav tm="0">
                                          <p:val>
                                            <p:fltVal val="360"/>
                                          </p:val>
                                        </p:tav>
                                        <p:tav tm="100000">
                                          <p:val>
                                            <p:fltVal val="0"/>
                                          </p:val>
                                        </p:tav>
                                      </p:tavLst>
                                    </p:anim>
                                    <p:animEffect transition="in" filter="fade">
                                      <p:cBhvr>
                                        <p:cTn id="40" dur="500"/>
                                        <p:tgtEl>
                                          <p:spTgt spid="11"/>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wipe(left)">
                                      <p:cBhvr>
                                        <p:cTn id="4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build="p">
        <p:tmplLst>
          <p:tmpl lvl="1">
            <p:tnLst>
              <p:par>
                <p:cTn presetID="22" presetClass="entr" presetSubtype="8"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 Points">
    <p:spTree>
      <p:nvGrpSpPr>
        <p:cNvPr id="1" name=""/>
        <p:cNvGrpSpPr/>
        <p:nvPr/>
      </p:nvGrpSpPr>
      <p:grpSpPr>
        <a:xfrm>
          <a:off x="0" y="0"/>
          <a:ext cx="0" cy="0"/>
          <a:chOff x="0" y="0"/>
          <a:chExt cx="0" cy="0"/>
        </a:xfrm>
      </p:grpSpPr>
      <p:sp>
        <p:nvSpPr>
          <p:cNvPr id="43" name="円/楕円 42"/>
          <p:cNvSpPr/>
          <p:nvPr userDrawn="1"/>
        </p:nvSpPr>
        <p:spPr>
          <a:xfrm>
            <a:off x="626588" y="1192422"/>
            <a:ext cx="4382197" cy="4381817"/>
          </a:xfrm>
          <a:prstGeom prst="ellipse">
            <a:avLst/>
          </a:prstGeom>
          <a:gradFill>
            <a:gsLst>
              <a:gs pos="100000">
                <a:schemeClr val="accent1">
                  <a:tint val="66000"/>
                  <a:satMod val="160000"/>
                  <a:alpha val="15000"/>
                </a:schemeClr>
              </a:gs>
              <a:gs pos="50000">
                <a:schemeClr val="accent1">
                  <a:tint val="44500"/>
                  <a:satMod val="160000"/>
                  <a:alpha val="14000"/>
                </a:schemeClr>
              </a:gs>
              <a:gs pos="0">
                <a:schemeClr val="bg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44" name="円/楕円 43"/>
          <p:cNvSpPr/>
          <p:nvPr userDrawn="1"/>
        </p:nvSpPr>
        <p:spPr>
          <a:xfrm>
            <a:off x="1292961" y="1858737"/>
            <a:ext cx="3049452" cy="3049187"/>
          </a:xfrm>
          <a:prstGeom prst="ellipse">
            <a:avLst/>
          </a:prstGeom>
          <a:gradFill>
            <a:gsLst>
              <a:gs pos="100000">
                <a:schemeClr val="accent1">
                  <a:tint val="66000"/>
                  <a:satMod val="160000"/>
                  <a:alpha val="38000"/>
                </a:schemeClr>
              </a:gs>
              <a:gs pos="42000">
                <a:schemeClr val="accent1">
                  <a:tint val="44500"/>
                  <a:satMod val="160000"/>
                  <a:alpha val="24000"/>
                </a:schemeClr>
              </a:gs>
              <a:gs pos="0">
                <a:schemeClr val="bg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55" name="アーチ 54"/>
          <p:cNvSpPr/>
          <p:nvPr userDrawn="1"/>
        </p:nvSpPr>
        <p:spPr>
          <a:xfrm rot="4322625">
            <a:off x="730887" y="1269705"/>
            <a:ext cx="4355068" cy="4251507"/>
          </a:xfrm>
          <a:prstGeom prst="blockArc">
            <a:avLst>
              <a:gd name="adj1" fmla="val 12892196"/>
              <a:gd name="adj2" fmla="val 12320"/>
              <a:gd name="adj3" fmla="val 887"/>
            </a:avLst>
          </a:prstGeom>
          <a:solidFill>
            <a:schemeClr val="accent1">
              <a:lumMod val="40000"/>
              <a:lumOff val="6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dirty="0">
              <a:solidFill>
                <a:schemeClr val="tx1"/>
              </a:solidFill>
            </a:endParaRPr>
          </a:p>
        </p:txBody>
      </p:sp>
      <p:sp>
        <p:nvSpPr>
          <p:cNvPr id="3" name="フッター プレースホルダー 2"/>
          <p:cNvSpPr>
            <a:spLocks noGrp="1"/>
          </p:cNvSpPr>
          <p:nvPr userDrawn="1">
            <p:ph type="ftr" sz="quarter" idx="10"/>
          </p:nvPr>
        </p:nvSpPr>
        <p:spPr/>
        <p:txBody>
          <a:bodyPr/>
          <a:lstStyle/>
          <a:p>
            <a:endParaRPr lang="en-US" dirty="0"/>
          </a:p>
        </p:txBody>
      </p:sp>
      <p:sp>
        <p:nvSpPr>
          <p:cNvPr id="4" name="スライド番号プレースホルダー 3"/>
          <p:cNvSpPr>
            <a:spLocks noGrp="1"/>
          </p:cNvSpPr>
          <p:nvPr userDrawn="1">
            <p:ph type="sldNum" sz="quarter" idx="11"/>
          </p:nvPr>
        </p:nvSpPr>
        <p:spPr/>
        <p:txBody>
          <a:bodyPr/>
          <a:lstStyle/>
          <a:p>
            <a:fld id="{387164BF-D67A-46C0-81D2-5BAF67C00C80}" type="slidenum">
              <a:rPr lang="en-US" smtClean="0"/>
              <a:pPr/>
              <a:t>‹#›</a:t>
            </a:fld>
            <a:endParaRPr lang="en-US" dirty="0"/>
          </a:p>
        </p:txBody>
      </p:sp>
      <p:sp>
        <p:nvSpPr>
          <p:cNvPr id="9" name="タイトル 1"/>
          <p:cNvSpPr>
            <a:spLocks noGrp="1"/>
          </p:cNvSpPr>
          <p:nvPr userDrawn="1">
            <p:ph type="title" hasCustomPrompt="1"/>
          </p:nvPr>
        </p:nvSpPr>
        <p:spPr>
          <a:xfrm>
            <a:off x="754943" y="1568794"/>
            <a:ext cx="4320855" cy="1770197"/>
          </a:xfrm>
          <a:prstGeom prst="rect">
            <a:avLst/>
          </a:prstGeom>
        </p:spPr>
        <p:txBody>
          <a:bodyPr anchor="b"/>
          <a:lstStyle>
            <a:lvl1pPr algn="ctr">
              <a:defRPr sz="3600" spc="1000" baseline="0"/>
            </a:lvl1pPr>
          </a:lstStyle>
          <a:p>
            <a:r>
              <a:rPr lang="en-US" altLang="ja-JP" dirty="0"/>
              <a:t>WORD</a:t>
            </a:r>
            <a:endParaRPr kumimoji="1" lang="ja-JP" altLang="en-US" dirty="0"/>
          </a:p>
        </p:txBody>
      </p:sp>
      <p:sp>
        <p:nvSpPr>
          <p:cNvPr id="10" name="円/楕円 9"/>
          <p:cNvSpPr/>
          <p:nvPr userDrawn="1"/>
        </p:nvSpPr>
        <p:spPr>
          <a:xfrm>
            <a:off x="4895762" y="3308987"/>
            <a:ext cx="240047" cy="240027"/>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1" name="円/楕円 10"/>
          <p:cNvSpPr/>
          <p:nvPr userDrawn="1"/>
        </p:nvSpPr>
        <p:spPr>
          <a:xfrm>
            <a:off x="4488100" y="1988840"/>
            <a:ext cx="240047" cy="240027"/>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2" name="円/楕円 11"/>
          <p:cNvSpPr/>
          <p:nvPr userDrawn="1"/>
        </p:nvSpPr>
        <p:spPr>
          <a:xfrm>
            <a:off x="3425472" y="1223755"/>
            <a:ext cx="240047" cy="240027"/>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3" name="円/楕円 12"/>
          <p:cNvSpPr/>
          <p:nvPr userDrawn="1"/>
        </p:nvSpPr>
        <p:spPr>
          <a:xfrm>
            <a:off x="4488100" y="4553398"/>
            <a:ext cx="240047" cy="240027"/>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4" name="円/楕円 13"/>
          <p:cNvSpPr/>
          <p:nvPr userDrawn="1"/>
        </p:nvSpPr>
        <p:spPr>
          <a:xfrm>
            <a:off x="3425472" y="5334211"/>
            <a:ext cx="240047" cy="240027"/>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cxnSp>
        <p:nvCxnSpPr>
          <p:cNvPr id="6" name="直線コネクタ 5"/>
          <p:cNvCxnSpPr>
            <a:stCxn id="12" idx="6"/>
          </p:cNvCxnSpPr>
          <p:nvPr userDrawn="1"/>
        </p:nvCxnSpPr>
        <p:spPr>
          <a:xfrm>
            <a:off x="3665519" y="1343768"/>
            <a:ext cx="2580511" cy="0"/>
          </a:xfrm>
          <a:prstGeom prst="line">
            <a:avLst/>
          </a:prstGeom>
          <a:ln w="12700">
            <a:solidFill>
              <a:schemeClr val="accent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a:stCxn id="11" idx="6"/>
          </p:cNvCxnSpPr>
          <p:nvPr userDrawn="1"/>
        </p:nvCxnSpPr>
        <p:spPr>
          <a:xfrm>
            <a:off x="4728148" y="2108853"/>
            <a:ext cx="1667911" cy="0"/>
          </a:xfrm>
          <a:prstGeom prst="line">
            <a:avLst/>
          </a:prstGeom>
          <a:ln w="12700">
            <a:solidFill>
              <a:schemeClr val="accent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a:stCxn id="10" idx="6"/>
          </p:cNvCxnSpPr>
          <p:nvPr userDrawn="1"/>
        </p:nvCxnSpPr>
        <p:spPr>
          <a:xfrm>
            <a:off x="5135810" y="3429000"/>
            <a:ext cx="1206921" cy="0"/>
          </a:xfrm>
          <a:prstGeom prst="line">
            <a:avLst/>
          </a:prstGeom>
          <a:ln w="12700">
            <a:solidFill>
              <a:schemeClr val="accent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a:stCxn id="13" idx="6"/>
          </p:cNvCxnSpPr>
          <p:nvPr userDrawn="1"/>
        </p:nvCxnSpPr>
        <p:spPr>
          <a:xfrm>
            <a:off x="4728148" y="4673411"/>
            <a:ext cx="1614583" cy="0"/>
          </a:xfrm>
          <a:prstGeom prst="line">
            <a:avLst/>
          </a:prstGeom>
          <a:ln w="12700">
            <a:solidFill>
              <a:schemeClr val="accent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a:off x="3545495" y="5454225"/>
            <a:ext cx="2797236" cy="0"/>
          </a:xfrm>
          <a:prstGeom prst="line">
            <a:avLst/>
          </a:prstGeom>
          <a:ln w="12700">
            <a:solidFill>
              <a:schemeClr val="accent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円/楕円 1"/>
          <p:cNvSpPr/>
          <p:nvPr userDrawn="1"/>
        </p:nvSpPr>
        <p:spPr>
          <a:xfrm>
            <a:off x="6095471" y="3008954"/>
            <a:ext cx="840166" cy="840093"/>
          </a:xfrm>
          <a:prstGeom prst="ellipse">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5" name="円/楕円 14"/>
          <p:cNvSpPr/>
          <p:nvPr userDrawn="1"/>
        </p:nvSpPr>
        <p:spPr>
          <a:xfrm>
            <a:off x="6095471" y="788707"/>
            <a:ext cx="840166" cy="840093"/>
          </a:xfrm>
          <a:prstGeom prst="ellipse">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6" name="円/楕円 15"/>
          <p:cNvSpPr/>
          <p:nvPr userDrawn="1"/>
        </p:nvSpPr>
        <p:spPr>
          <a:xfrm>
            <a:off x="6095471" y="1898830"/>
            <a:ext cx="840166" cy="840093"/>
          </a:xfrm>
          <a:prstGeom prst="ellipse">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7" name="円/楕円 16"/>
          <p:cNvSpPr/>
          <p:nvPr userDrawn="1"/>
        </p:nvSpPr>
        <p:spPr>
          <a:xfrm>
            <a:off x="6095471" y="5229200"/>
            <a:ext cx="840166" cy="840093"/>
          </a:xfrm>
          <a:prstGeom prst="ellipse">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8" name="円/楕円 17"/>
          <p:cNvSpPr/>
          <p:nvPr userDrawn="1"/>
        </p:nvSpPr>
        <p:spPr>
          <a:xfrm>
            <a:off x="6095471" y="4119077"/>
            <a:ext cx="840166" cy="840093"/>
          </a:xfrm>
          <a:prstGeom prst="ellipse">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3" name="図プレースホルダー 7"/>
          <p:cNvSpPr>
            <a:spLocks noGrp="1"/>
          </p:cNvSpPr>
          <p:nvPr userDrawn="1">
            <p:ph type="pic" sz="quarter" idx="16" hasCustomPrompt="1"/>
          </p:nvPr>
        </p:nvSpPr>
        <p:spPr>
          <a:xfrm>
            <a:off x="6310165" y="1003382"/>
            <a:ext cx="410778" cy="410743"/>
          </a:xfrm>
        </p:spPr>
        <p:txBody>
          <a:bodyPr>
            <a:normAutofit/>
          </a:bodyPr>
          <a:lstStyle>
            <a:lvl1pPr>
              <a:defRPr sz="1067"/>
            </a:lvl1pPr>
          </a:lstStyle>
          <a:p>
            <a:r>
              <a:rPr kumimoji="1" lang="en-US" altLang="ja-JP" dirty="0"/>
              <a:t>ICON</a:t>
            </a:r>
            <a:endParaRPr kumimoji="1" lang="ja-JP" altLang="en-US" dirty="0"/>
          </a:p>
        </p:txBody>
      </p:sp>
      <p:sp>
        <p:nvSpPr>
          <p:cNvPr id="34" name="図プレースホルダー 7"/>
          <p:cNvSpPr>
            <a:spLocks noGrp="1"/>
          </p:cNvSpPr>
          <p:nvPr userDrawn="1">
            <p:ph type="pic" sz="quarter" idx="17" hasCustomPrompt="1"/>
          </p:nvPr>
        </p:nvSpPr>
        <p:spPr>
          <a:xfrm>
            <a:off x="6310165" y="2108853"/>
            <a:ext cx="410778" cy="410743"/>
          </a:xfrm>
        </p:spPr>
        <p:txBody>
          <a:bodyPr>
            <a:normAutofit/>
          </a:bodyPr>
          <a:lstStyle>
            <a:lvl1pPr>
              <a:defRPr sz="1067"/>
            </a:lvl1pPr>
          </a:lstStyle>
          <a:p>
            <a:r>
              <a:rPr kumimoji="1" lang="en-US" altLang="ja-JP" dirty="0"/>
              <a:t>ICON</a:t>
            </a:r>
            <a:endParaRPr kumimoji="1" lang="ja-JP" altLang="en-US" dirty="0"/>
          </a:p>
        </p:txBody>
      </p:sp>
      <p:sp>
        <p:nvSpPr>
          <p:cNvPr id="35" name="図プレースホルダー 7"/>
          <p:cNvSpPr>
            <a:spLocks noGrp="1"/>
          </p:cNvSpPr>
          <p:nvPr userDrawn="1">
            <p:ph type="pic" sz="quarter" idx="18" hasCustomPrompt="1"/>
          </p:nvPr>
        </p:nvSpPr>
        <p:spPr>
          <a:xfrm>
            <a:off x="6310165" y="3193625"/>
            <a:ext cx="410778" cy="410743"/>
          </a:xfrm>
        </p:spPr>
        <p:txBody>
          <a:bodyPr>
            <a:normAutofit/>
          </a:bodyPr>
          <a:lstStyle>
            <a:lvl1pPr>
              <a:defRPr sz="1067"/>
            </a:lvl1pPr>
          </a:lstStyle>
          <a:p>
            <a:r>
              <a:rPr kumimoji="1" lang="en-US" altLang="ja-JP" dirty="0"/>
              <a:t>ICON</a:t>
            </a:r>
            <a:endParaRPr kumimoji="1" lang="ja-JP" altLang="en-US" dirty="0"/>
          </a:p>
        </p:txBody>
      </p:sp>
      <p:sp>
        <p:nvSpPr>
          <p:cNvPr id="36" name="図プレースホルダー 7"/>
          <p:cNvSpPr>
            <a:spLocks noGrp="1"/>
          </p:cNvSpPr>
          <p:nvPr userDrawn="1">
            <p:ph type="pic" sz="quarter" idx="19" hasCustomPrompt="1"/>
          </p:nvPr>
        </p:nvSpPr>
        <p:spPr>
          <a:xfrm>
            <a:off x="6310165" y="4333752"/>
            <a:ext cx="410778" cy="410743"/>
          </a:xfrm>
        </p:spPr>
        <p:txBody>
          <a:bodyPr>
            <a:normAutofit/>
          </a:bodyPr>
          <a:lstStyle>
            <a:lvl1pPr>
              <a:defRPr sz="1067"/>
            </a:lvl1pPr>
          </a:lstStyle>
          <a:p>
            <a:r>
              <a:rPr kumimoji="1" lang="en-US" altLang="ja-JP" dirty="0"/>
              <a:t>ICON</a:t>
            </a:r>
            <a:endParaRPr kumimoji="1" lang="ja-JP" altLang="en-US" dirty="0"/>
          </a:p>
        </p:txBody>
      </p:sp>
      <p:sp>
        <p:nvSpPr>
          <p:cNvPr id="37" name="図プレースホルダー 7"/>
          <p:cNvSpPr>
            <a:spLocks noGrp="1"/>
          </p:cNvSpPr>
          <p:nvPr userDrawn="1">
            <p:ph type="pic" sz="quarter" idx="20" hasCustomPrompt="1"/>
          </p:nvPr>
        </p:nvSpPr>
        <p:spPr>
          <a:xfrm>
            <a:off x="6310165" y="5443875"/>
            <a:ext cx="410778" cy="410743"/>
          </a:xfrm>
        </p:spPr>
        <p:txBody>
          <a:bodyPr>
            <a:normAutofit/>
          </a:bodyPr>
          <a:lstStyle>
            <a:lvl1pPr>
              <a:defRPr sz="1067"/>
            </a:lvl1pPr>
          </a:lstStyle>
          <a:p>
            <a:r>
              <a:rPr kumimoji="1" lang="en-US" altLang="ja-JP" dirty="0"/>
              <a:t>ICON</a:t>
            </a:r>
            <a:endParaRPr kumimoji="1" lang="ja-JP" altLang="en-US" dirty="0"/>
          </a:p>
        </p:txBody>
      </p:sp>
      <p:sp>
        <p:nvSpPr>
          <p:cNvPr id="38" name="テキスト プレースホルダー 11"/>
          <p:cNvSpPr>
            <a:spLocks noGrp="1"/>
          </p:cNvSpPr>
          <p:nvPr userDrawn="1">
            <p:ph type="body" sz="quarter" idx="26" hasCustomPrompt="1"/>
          </p:nvPr>
        </p:nvSpPr>
        <p:spPr>
          <a:xfrm>
            <a:off x="7026184" y="710324"/>
            <a:ext cx="4080807" cy="565983"/>
          </a:xfrm>
        </p:spPr>
        <p:txBody>
          <a:bodyPr anchor="b">
            <a:noAutofit/>
          </a:bodyPr>
          <a:lstStyle>
            <a:lvl1pPr algn="l">
              <a:spcBef>
                <a:spcPts val="0"/>
              </a:spcBef>
              <a:defRPr sz="2133" spc="200">
                <a:solidFill>
                  <a:schemeClr val="accent1"/>
                </a:solidFill>
                <a:latin typeface="+mj-lt"/>
              </a:defRPr>
            </a:lvl1pPr>
          </a:lstStyle>
          <a:p>
            <a:pPr lvl="0"/>
            <a:r>
              <a:rPr lang="en-US" altLang="ja-JP" dirty="0"/>
              <a:t>TEXT HERE</a:t>
            </a:r>
            <a:endParaRPr lang="en-US" dirty="0"/>
          </a:p>
        </p:txBody>
      </p:sp>
      <p:sp>
        <p:nvSpPr>
          <p:cNvPr id="39" name="テキスト プレースホルダー 11"/>
          <p:cNvSpPr>
            <a:spLocks noGrp="1"/>
          </p:cNvSpPr>
          <p:nvPr userDrawn="1">
            <p:ph type="body" sz="quarter" idx="28" hasCustomPrompt="1"/>
          </p:nvPr>
        </p:nvSpPr>
        <p:spPr>
          <a:xfrm>
            <a:off x="7026184" y="1190377"/>
            <a:ext cx="4680926" cy="390043"/>
          </a:xfrm>
        </p:spPr>
        <p:txBody>
          <a:bodyPr anchor="t">
            <a:noAutofit/>
          </a:bodyPr>
          <a:lstStyle>
            <a:lvl1pPr algn="l">
              <a:lnSpc>
                <a:spcPct val="120000"/>
              </a:lnSpc>
              <a:defRPr sz="1333">
                <a:solidFill>
                  <a:schemeClr val="tx1"/>
                </a:solidFill>
                <a:latin typeface="+mn-lt"/>
              </a:defRPr>
            </a:lvl1pPr>
          </a:lstStyle>
          <a:p>
            <a:pPr lvl="0"/>
            <a:r>
              <a:rPr lang="en-US" altLang="ja-JP" dirty="0"/>
              <a:t>Text Here</a:t>
            </a:r>
            <a:endParaRPr lang="en-US" dirty="0"/>
          </a:p>
        </p:txBody>
      </p:sp>
      <p:sp>
        <p:nvSpPr>
          <p:cNvPr id="40" name="テキスト プレースホルダー 11"/>
          <p:cNvSpPr>
            <a:spLocks noGrp="1"/>
          </p:cNvSpPr>
          <p:nvPr userDrawn="1">
            <p:ph type="body" sz="quarter" idx="29" hasCustomPrompt="1"/>
          </p:nvPr>
        </p:nvSpPr>
        <p:spPr>
          <a:xfrm>
            <a:off x="7026184" y="1820448"/>
            <a:ext cx="4080807" cy="565983"/>
          </a:xfrm>
        </p:spPr>
        <p:txBody>
          <a:bodyPr anchor="b">
            <a:noAutofit/>
          </a:bodyPr>
          <a:lstStyle>
            <a:lvl1pPr algn="l">
              <a:spcBef>
                <a:spcPts val="0"/>
              </a:spcBef>
              <a:defRPr sz="2133" spc="200">
                <a:solidFill>
                  <a:schemeClr val="accent1"/>
                </a:solidFill>
                <a:latin typeface="+mj-lt"/>
              </a:defRPr>
            </a:lvl1pPr>
          </a:lstStyle>
          <a:p>
            <a:pPr lvl="0"/>
            <a:r>
              <a:rPr lang="en-US" altLang="ja-JP" dirty="0"/>
              <a:t>TEXT HERE</a:t>
            </a:r>
            <a:endParaRPr lang="en-US" dirty="0"/>
          </a:p>
        </p:txBody>
      </p:sp>
      <p:sp>
        <p:nvSpPr>
          <p:cNvPr id="41" name="テキスト プレースホルダー 11"/>
          <p:cNvSpPr>
            <a:spLocks noGrp="1"/>
          </p:cNvSpPr>
          <p:nvPr userDrawn="1">
            <p:ph type="body" sz="quarter" idx="30" hasCustomPrompt="1"/>
          </p:nvPr>
        </p:nvSpPr>
        <p:spPr>
          <a:xfrm>
            <a:off x="7026184" y="2300501"/>
            <a:ext cx="4680926" cy="390043"/>
          </a:xfrm>
        </p:spPr>
        <p:txBody>
          <a:bodyPr anchor="t">
            <a:noAutofit/>
          </a:bodyPr>
          <a:lstStyle>
            <a:lvl1pPr algn="l">
              <a:lnSpc>
                <a:spcPct val="120000"/>
              </a:lnSpc>
              <a:defRPr sz="1333">
                <a:solidFill>
                  <a:schemeClr val="tx1"/>
                </a:solidFill>
                <a:latin typeface="+mn-lt"/>
              </a:defRPr>
            </a:lvl1pPr>
          </a:lstStyle>
          <a:p>
            <a:pPr lvl="0"/>
            <a:r>
              <a:rPr lang="en-US" altLang="ja-JP" dirty="0"/>
              <a:t>Text Here</a:t>
            </a:r>
            <a:endParaRPr lang="en-US" dirty="0"/>
          </a:p>
        </p:txBody>
      </p:sp>
      <p:sp>
        <p:nvSpPr>
          <p:cNvPr id="46" name="テキスト プレースホルダー 11"/>
          <p:cNvSpPr>
            <a:spLocks noGrp="1"/>
          </p:cNvSpPr>
          <p:nvPr userDrawn="1">
            <p:ph type="body" sz="quarter" idx="31" hasCustomPrompt="1"/>
          </p:nvPr>
        </p:nvSpPr>
        <p:spPr>
          <a:xfrm>
            <a:off x="7026184" y="2930015"/>
            <a:ext cx="4080807" cy="565983"/>
          </a:xfrm>
        </p:spPr>
        <p:txBody>
          <a:bodyPr anchor="b">
            <a:noAutofit/>
          </a:bodyPr>
          <a:lstStyle>
            <a:lvl1pPr algn="l">
              <a:spcBef>
                <a:spcPts val="0"/>
              </a:spcBef>
              <a:defRPr sz="2133" spc="200">
                <a:solidFill>
                  <a:schemeClr val="accent1"/>
                </a:solidFill>
                <a:latin typeface="+mj-lt"/>
              </a:defRPr>
            </a:lvl1pPr>
          </a:lstStyle>
          <a:p>
            <a:pPr lvl="0"/>
            <a:r>
              <a:rPr lang="en-US" altLang="ja-JP" dirty="0"/>
              <a:t>TEXT HERE</a:t>
            </a:r>
            <a:endParaRPr lang="en-US" dirty="0"/>
          </a:p>
        </p:txBody>
      </p:sp>
      <p:sp>
        <p:nvSpPr>
          <p:cNvPr id="47" name="テキスト プレースホルダー 11"/>
          <p:cNvSpPr>
            <a:spLocks noGrp="1"/>
          </p:cNvSpPr>
          <p:nvPr userDrawn="1">
            <p:ph type="body" sz="quarter" idx="32" hasCustomPrompt="1"/>
          </p:nvPr>
        </p:nvSpPr>
        <p:spPr>
          <a:xfrm>
            <a:off x="7026184" y="3410067"/>
            <a:ext cx="4680926" cy="390043"/>
          </a:xfrm>
        </p:spPr>
        <p:txBody>
          <a:bodyPr anchor="t">
            <a:noAutofit/>
          </a:bodyPr>
          <a:lstStyle>
            <a:lvl1pPr algn="l">
              <a:lnSpc>
                <a:spcPct val="120000"/>
              </a:lnSpc>
              <a:defRPr sz="1333">
                <a:solidFill>
                  <a:schemeClr val="tx1"/>
                </a:solidFill>
                <a:latin typeface="+mn-lt"/>
              </a:defRPr>
            </a:lvl1pPr>
          </a:lstStyle>
          <a:p>
            <a:pPr lvl="0"/>
            <a:r>
              <a:rPr lang="en-US" altLang="ja-JP" dirty="0"/>
              <a:t>Text Here</a:t>
            </a:r>
            <a:endParaRPr lang="en-US" dirty="0"/>
          </a:p>
        </p:txBody>
      </p:sp>
      <p:sp>
        <p:nvSpPr>
          <p:cNvPr id="48" name="テキスト プレースホルダー 11"/>
          <p:cNvSpPr>
            <a:spLocks noGrp="1"/>
          </p:cNvSpPr>
          <p:nvPr userDrawn="1">
            <p:ph type="body" sz="quarter" idx="33" hasCustomPrompt="1"/>
          </p:nvPr>
        </p:nvSpPr>
        <p:spPr>
          <a:xfrm>
            <a:off x="7026184" y="4048375"/>
            <a:ext cx="4080807" cy="565983"/>
          </a:xfrm>
        </p:spPr>
        <p:txBody>
          <a:bodyPr anchor="b">
            <a:noAutofit/>
          </a:bodyPr>
          <a:lstStyle>
            <a:lvl1pPr algn="l">
              <a:spcBef>
                <a:spcPts val="0"/>
              </a:spcBef>
              <a:defRPr sz="2133" spc="200">
                <a:solidFill>
                  <a:schemeClr val="accent1"/>
                </a:solidFill>
                <a:latin typeface="+mj-lt"/>
              </a:defRPr>
            </a:lvl1pPr>
          </a:lstStyle>
          <a:p>
            <a:pPr lvl="0"/>
            <a:r>
              <a:rPr lang="en-US" altLang="ja-JP" dirty="0"/>
              <a:t>TEXT HERE</a:t>
            </a:r>
            <a:endParaRPr lang="en-US" dirty="0"/>
          </a:p>
        </p:txBody>
      </p:sp>
      <p:sp>
        <p:nvSpPr>
          <p:cNvPr id="49" name="テキスト プレースホルダー 11"/>
          <p:cNvSpPr>
            <a:spLocks noGrp="1"/>
          </p:cNvSpPr>
          <p:nvPr userDrawn="1">
            <p:ph type="body" sz="quarter" idx="34" hasCustomPrompt="1"/>
          </p:nvPr>
        </p:nvSpPr>
        <p:spPr>
          <a:xfrm>
            <a:off x="7026184" y="4528428"/>
            <a:ext cx="4680926" cy="390043"/>
          </a:xfrm>
        </p:spPr>
        <p:txBody>
          <a:bodyPr anchor="t">
            <a:noAutofit/>
          </a:bodyPr>
          <a:lstStyle>
            <a:lvl1pPr algn="l">
              <a:lnSpc>
                <a:spcPct val="120000"/>
              </a:lnSpc>
              <a:defRPr sz="1333">
                <a:solidFill>
                  <a:schemeClr val="tx1"/>
                </a:solidFill>
                <a:latin typeface="+mn-lt"/>
              </a:defRPr>
            </a:lvl1pPr>
          </a:lstStyle>
          <a:p>
            <a:pPr lvl="0"/>
            <a:r>
              <a:rPr lang="en-US" altLang="ja-JP" dirty="0"/>
              <a:t>Text Here</a:t>
            </a:r>
            <a:endParaRPr lang="en-US" dirty="0"/>
          </a:p>
        </p:txBody>
      </p:sp>
      <p:sp>
        <p:nvSpPr>
          <p:cNvPr id="52" name="テキスト プレースホルダー 11"/>
          <p:cNvSpPr>
            <a:spLocks noGrp="1"/>
          </p:cNvSpPr>
          <p:nvPr userDrawn="1">
            <p:ph type="body" sz="quarter" idx="35" hasCustomPrompt="1"/>
          </p:nvPr>
        </p:nvSpPr>
        <p:spPr>
          <a:xfrm>
            <a:off x="7026184" y="5144971"/>
            <a:ext cx="4080807" cy="565983"/>
          </a:xfrm>
        </p:spPr>
        <p:txBody>
          <a:bodyPr anchor="b">
            <a:noAutofit/>
          </a:bodyPr>
          <a:lstStyle>
            <a:lvl1pPr algn="l">
              <a:spcBef>
                <a:spcPts val="0"/>
              </a:spcBef>
              <a:defRPr sz="2133" spc="200">
                <a:solidFill>
                  <a:schemeClr val="accent1"/>
                </a:solidFill>
                <a:latin typeface="+mj-lt"/>
              </a:defRPr>
            </a:lvl1pPr>
          </a:lstStyle>
          <a:p>
            <a:pPr lvl="0"/>
            <a:r>
              <a:rPr lang="en-US" altLang="ja-JP" dirty="0"/>
              <a:t>TEXT HERE</a:t>
            </a:r>
            <a:endParaRPr lang="en-US" dirty="0"/>
          </a:p>
        </p:txBody>
      </p:sp>
      <p:sp>
        <p:nvSpPr>
          <p:cNvPr id="53" name="テキスト プレースホルダー 11"/>
          <p:cNvSpPr>
            <a:spLocks noGrp="1"/>
          </p:cNvSpPr>
          <p:nvPr userDrawn="1">
            <p:ph type="body" sz="quarter" idx="36" hasCustomPrompt="1"/>
          </p:nvPr>
        </p:nvSpPr>
        <p:spPr>
          <a:xfrm>
            <a:off x="7026184" y="5625024"/>
            <a:ext cx="4680926" cy="390043"/>
          </a:xfrm>
        </p:spPr>
        <p:txBody>
          <a:bodyPr anchor="t">
            <a:noAutofit/>
          </a:bodyPr>
          <a:lstStyle>
            <a:lvl1pPr algn="l">
              <a:lnSpc>
                <a:spcPct val="120000"/>
              </a:lnSpc>
              <a:defRPr sz="1333">
                <a:solidFill>
                  <a:schemeClr val="tx1"/>
                </a:solidFill>
                <a:latin typeface="+mn-lt"/>
              </a:defRPr>
            </a:lvl1pPr>
          </a:lstStyle>
          <a:p>
            <a:pPr lvl="0"/>
            <a:r>
              <a:rPr lang="en-US" altLang="ja-JP" dirty="0"/>
              <a:t>Text Here</a:t>
            </a:r>
            <a:endParaRPr lang="en-US" dirty="0"/>
          </a:p>
        </p:txBody>
      </p:sp>
      <p:sp>
        <p:nvSpPr>
          <p:cNvPr id="54" name="テキスト プレースホルダー 11"/>
          <p:cNvSpPr>
            <a:spLocks noGrp="1"/>
          </p:cNvSpPr>
          <p:nvPr userDrawn="1">
            <p:ph type="body" sz="quarter" idx="37" hasCustomPrompt="1"/>
          </p:nvPr>
        </p:nvSpPr>
        <p:spPr>
          <a:xfrm>
            <a:off x="904973" y="3444504"/>
            <a:ext cx="3823174" cy="1124623"/>
          </a:xfrm>
        </p:spPr>
        <p:txBody>
          <a:bodyPr anchor="t">
            <a:noAutofit/>
          </a:bodyPr>
          <a:lstStyle>
            <a:lvl1pPr algn="ctr">
              <a:lnSpc>
                <a:spcPct val="120000"/>
              </a:lnSpc>
              <a:spcBef>
                <a:spcPts val="0"/>
              </a:spcBef>
              <a:defRPr sz="1333">
                <a:solidFill>
                  <a:schemeClr val="tx1"/>
                </a:solidFill>
                <a:latin typeface="+mn-lt"/>
              </a:defRPr>
            </a:lvl1pPr>
          </a:lstStyle>
          <a:p>
            <a:pPr lvl="0"/>
            <a:r>
              <a:rPr lang="en-US" altLang="ja-JP" dirty="0"/>
              <a:t>Text Here</a:t>
            </a:r>
          </a:p>
          <a:p>
            <a:pPr lvl="0"/>
            <a:endParaRPr lang="en-US" altLang="ja-JP" dirty="0"/>
          </a:p>
          <a:p>
            <a:pPr lvl="0"/>
            <a:endParaRPr lang="en-US" altLang="ja-JP" dirty="0"/>
          </a:p>
        </p:txBody>
      </p:sp>
    </p:spTree>
    <p:extLst>
      <p:ext uri="{BB962C8B-B14F-4D97-AF65-F5344CB8AC3E}">
        <p14:creationId xmlns:p14="http://schemas.microsoft.com/office/powerpoint/2010/main" val="410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childTnLst>
                          </p:cTn>
                        </p:par>
                        <p:par>
                          <p:cTn id="17" fill="hold">
                            <p:stCondLst>
                              <p:cond delay="800"/>
                            </p:stCondLst>
                            <p:childTnLst>
                              <p:par>
                                <p:cTn id="18" presetID="10" presetClass="entr" presetSubtype="0" fill="hold" grpId="0" nodeType="afterEffect">
                                  <p:stCondLst>
                                    <p:cond delay="5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22" presetClass="entr" presetSubtype="1" fill="hold" grpId="0" nodeType="withEffect">
                                  <p:stCondLst>
                                    <p:cond delay="500"/>
                                  </p:stCondLst>
                                  <p:childTnLst>
                                    <p:set>
                                      <p:cBhvr>
                                        <p:cTn id="22" dur="1" fill="hold">
                                          <p:stCondLst>
                                            <p:cond delay="0"/>
                                          </p:stCondLst>
                                        </p:cTn>
                                        <p:tgtEl>
                                          <p:spTgt spid="55"/>
                                        </p:tgtEl>
                                        <p:attrNameLst>
                                          <p:attrName>style.visibility</p:attrName>
                                        </p:attrNameLst>
                                      </p:cBhvr>
                                      <p:to>
                                        <p:strVal val="visible"/>
                                      </p:to>
                                    </p:set>
                                    <p:animEffect transition="in" filter="wipe(up)">
                                      <p:cBhvr>
                                        <p:cTn id="23" dur="500"/>
                                        <p:tgtEl>
                                          <p:spTgt spid="55"/>
                                        </p:tgtEl>
                                      </p:cBhvr>
                                    </p:animEffect>
                                  </p:childTnLst>
                                </p:cTn>
                              </p:par>
                              <p:par>
                                <p:cTn id="24" presetID="22" presetClass="entr" presetSubtype="8" fill="hold" nodeType="withEffect">
                                  <p:stCondLst>
                                    <p:cond delay="50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2" presetClass="entr" presetSubtype="2" decel="100000" fill="hold" grpId="0" nodeType="withEffect">
                                  <p:stCondLst>
                                    <p:cond delay="50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fill="hold"/>
                                        <p:tgtEl>
                                          <p:spTgt spid="38"/>
                                        </p:tgtEl>
                                        <p:attrNameLst>
                                          <p:attrName>ppt_x</p:attrName>
                                        </p:attrNameLst>
                                      </p:cBhvr>
                                      <p:tavLst>
                                        <p:tav tm="0">
                                          <p:val>
                                            <p:strVal val="1+#ppt_w/2"/>
                                          </p:val>
                                        </p:tav>
                                        <p:tav tm="100000">
                                          <p:val>
                                            <p:strVal val="#ppt_x"/>
                                          </p:val>
                                        </p:tav>
                                      </p:tavLst>
                                    </p:anim>
                                    <p:anim calcmode="lin" valueType="num">
                                      <p:cBhvr additive="base">
                                        <p:cTn id="36" dur="500" fill="hold"/>
                                        <p:tgtEl>
                                          <p:spTgt spid="38"/>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p:stCondLst>
                                    <p:cond delay="50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1+#ppt_w/2"/>
                                          </p:val>
                                        </p:tav>
                                        <p:tav tm="100000">
                                          <p:val>
                                            <p:strVal val="#ppt_x"/>
                                          </p:val>
                                        </p:tav>
                                      </p:tavLst>
                                    </p:anim>
                                    <p:anim calcmode="lin" valueType="num">
                                      <p:cBhvr additive="base">
                                        <p:cTn id="40" dur="500" fill="hold"/>
                                        <p:tgtEl>
                                          <p:spTgt spid="39"/>
                                        </p:tgtEl>
                                        <p:attrNameLst>
                                          <p:attrName>ppt_y</p:attrName>
                                        </p:attrNameLst>
                                      </p:cBhvr>
                                      <p:tavLst>
                                        <p:tav tm="0">
                                          <p:val>
                                            <p:strVal val="#ppt_y"/>
                                          </p:val>
                                        </p:tav>
                                        <p:tav tm="100000">
                                          <p:val>
                                            <p:strVal val="#ppt_y"/>
                                          </p:val>
                                        </p:tav>
                                      </p:tavLst>
                                    </p:anim>
                                  </p:childTnLst>
                                </p:cTn>
                              </p:par>
                            </p:childTnLst>
                          </p:cTn>
                        </p:par>
                        <p:par>
                          <p:cTn id="41" fill="hold">
                            <p:stCondLst>
                              <p:cond delay="1800"/>
                            </p:stCondLst>
                            <p:childTnLst>
                              <p:par>
                                <p:cTn id="42" presetID="10" presetClass="entr" presetSubtype="0" fill="hold" grpId="0" nodeType="afterEffect">
                                  <p:stCondLst>
                                    <p:cond delay="5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22" presetClass="entr" presetSubtype="8" fill="hold" nodeType="withEffect">
                                  <p:stCondLst>
                                    <p:cond delay="50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par>
                                <p:cTn id="48" presetID="10" presetClass="entr" presetSubtype="0" fill="hold" grpId="0" nodeType="withEffect">
                                  <p:stCondLst>
                                    <p:cond delay="5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50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2" presetClass="entr" presetSubtype="2" decel="100000" fill="hold" grpId="0" nodeType="withEffect">
                                  <p:stCondLst>
                                    <p:cond delay="500"/>
                                  </p:stCondLst>
                                  <p:childTnLst>
                                    <p:set>
                                      <p:cBhvr>
                                        <p:cTn id="55" dur="1" fill="hold">
                                          <p:stCondLst>
                                            <p:cond delay="0"/>
                                          </p:stCondLst>
                                        </p:cTn>
                                        <p:tgtEl>
                                          <p:spTgt spid="40"/>
                                        </p:tgtEl>
                                        <p:attrNameLst>
                                          <p:attrName>style.visibility</p:attrName>
                                        </p:attrNameLst>
                                      </p:cBhvr>
                                      <p:to>
                                        <p:strVal val="visible"/>
                                      </p:to>
                                    </p:set>
                                    <p:anim calcmode="lin" valueType="num">
                                      <p:cBhvr additive="base">
                                        <p:cTn id="56" dur="500" fill="hold"/>
                                        <p:tgtEl>
                                          <p:spTgt spid="40"/>
                                        </p:tgtEl>
                                        <p:attrNameLst>
                                          <p:attrName>ppt_x</p:attrName>
                                        </p:attrNameLst>
                                      </p:cBhvr>
                                      <p:tavLst>
                                        <p:tav tm="0">
                                          <p:val>
                                            <p:strVal val="1+#ppt_w/2"/>
                                          </p:val>
                                        </p:tav>
                                        <p:tav tm="100000">
                                          <p:val>
                                            <p:strVal val="#ppt_x"/>
                                          </p:val>
                                        </p:tav>
                                      </p:tavLst>
                                    </p:anim>
                                    <p:anim calcmode="lin" valueType="num">
                                      <p:cBhvr additive="base">
                                        <p:cTn id="57" dur="500" fill="hold"/>
                                        <p:tgtEl>
                                          <p:spTgt spid="40"/>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50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500" fill="hold"/>
                                        <p:tgtEl>
                                          <p:spTgt spid="41"/>
                                        </p:tgtEl>
                                        <p:attrNameLst>
                                          <p:attrName>ppt_x</p:attrName>
                                        </p:attrNameLst>
                                      </p:cBhvr>
                                      <p:tavLst>
                                        <p:tav tm="0">
                                          <p:val>
                                            <p:strVal val="1+#ppt_w/2"/>
                                          </p:val>
                                        </p:tav>
                                        <p:tav tm="100000">
                                          <p:val>
                                            <p:strVal val="#ppt_x"/>
                                          </p:val>
                                        </p:tav>
                                      </p:tavLst>
                                    </p:anim>
                                    <p:anim calcmode="lin" valueType="num">
                                      <p:cBhvr additive="base">
                                        <p:cTn id="61" dur="500" fill="hold"/>
                                        <p:tgtEl>
                                          <p:spTgt spid="41"/>
                                        </p:tgtEl>
                                        <p:attrNameLst>
                                          <p:attrName>ppt_y</p:attrName>
                                        </p:attrNameLst>
                                      </p:cBhvr>
                                      <p:tavLst>
                                        <p:tav tm="0">
                                          <p:val>
                                            <p:strVal val="#ppt_y"/>
                                          </p:val>
                                        </p:tav>
                                        <p:tav tm="100000">
                                          <p:val>
                                            <p:strVal val="#ppt_y"/>
                                          </p:val>
                                        </p:tav>
                                      </p:tavLst>
                                    </p:anim>
                                  </p:childTnLst>
                                </p:cTn>
                              </p:par>
                            </p:childTnLst>
                          </p:cTn>
                        </p:par>
                        <p:par>
                          <p:cTn id="62" fill="hold">
                            <p:stCondLst>
                              <p:cond delay="2800"/>
                            </p:stCondLst>
                            <p:childTnLst>
                              <p:par>
                                <p:cTn id="63" presetID="10" presetClass="entr" presetSubtype="0" fill="hold" grpId="0" nodeType="afterEffect">
                                  <p:stCondLst>
                                    <p:cond delay="50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par>
                                <p:cTn id="66" presetID="22" presetClass="entr" presetSubtype="8" fill="hold" nodeType="withEffect">
                                  <p:stCondLst>
                                    <p:cond delay="500"/>
                                  </p:stCondLst>
                                  <p:childTnLst>
                                    <p:set>
                                      <p:cBhvr>
                                        <p:cTn id="67" dur="1" fill="hold">
                                          <p:stCondLst>
                                            <p:cond delay="0"/>
                                          </p:stCondLst>
                                        </p:cTn>
                                        <p:tgtEl>
                                          <p:spTgt spid="24"/>
                                        </p:tgtEl>
                                        <p:attrNameLst>
                                          <p:attrName>style.visibility</p:attrName>
                                        </p:attrNameLst>
                                      </p:cBhvr>
                                      <p:to>
                                        <p:strVal val="visible"/>
                                      </p:to>
                                    </p:set>
                                    <p:animEffect transition="in" filter="wipe(left)">
                                      <p:cBhvr>
                                        <p:cTn id="68" dur="500"/>
                                        <p:tgtEl>
                                          <p:spTgt spid="24"/>
                                        </p:tgtEl>
                                      </p:cBhvr>
                                    </p:animEffect>
                                  </p:childTnLst>
                                </p:cTn>
                              </p:par>
                              <p:par>
                                <p:cTn id="69" presetID="10" presetClass="entr" presetSubtype="0" fill="hold" grpId="0" nodeType="withEffect">
                                  <p:stCondLst>
                                    <p:cond delay="50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500"/>
                                        <p:tgtEl>
                                          <p:spTgt spid="2"/>
                                        </p:tgtEl>
                                      </p:cBhvr>
                                    </p:animEffect>
                                  </p:childTnLst>
                                </p:cTn>
                              </p:par>
                              <p:par>
                                <p:cTn id="72" presetID="10" presetClass="entr" presetSubtype="0" fill="hold" grpId="0" nodeType="withEffect">
                                  <p:stCondLst>
                                    <p:cond delay="50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par>
                                <p:cTn id="75" presetID="2" presetClass="entr" presetSubtype="2" fill="hold" grpId="0" nodeType="withEffect">
                                  <p:stCondLst>
                                    <p:cond delay="500"/>
                                  </p:stCondLst>
                                  <p:childTnLst>
                                    <p:set>
                                      <p:cBhvr>
                                        <p:cTn id="76" dur="1" fill="hold">
                                          <p:stCondLst>
                                            <p:cond delay="0"/>
                                          </p:stCondLst>
                                        </p:cTn>
                                        <p:tgtEl>
                                          <p:spTgt spid="46"/>
                                        </p:tgtEl>
                                        <p:attrNameLst>
                                          <p:attrName>style.visibility</p:attrName>
                                        </p:attrNameLst>
                                      </p:cBhvr>
                                      <p:to>
                                        <p:strVal val="visible"/>
                                      </p:to>
                                    </p:set>
                                    <p:anim calcmode="lin" valueType="num">
                                      <p:cBhvr additive="base">
                                        <p:cTn id="77" dur="500" fill="hold"/>
                                        <p:tgtEl>
                                          <p:spTgt spid="46"/>
                                        </p:tgtEl>
                                        <p:attrNameLst>
                                          <p:attrName>ppt_x</p:attrName>
                                        </p:attrNameLst>
                                      </p:cBhvr>
                                      <p:tavLst>
                                        <p:tav tm="0">
                                          <p:val>
                                            <p:strVal val="1+#ppt_w/2"/>
                                          </p:val>
                                        </p:tav>
                                        <p:tav tm="100000">
                                          <p:val>
                                            <p:strVal val="#ppt_x"/>
                                          </p:val>
                                        </p:tav>
                                      </p:tavLst>
                                    </p:anim>
                                    <p:anim calcmode="lin" valueType="num">
                                      <p:cBhvr additive="base">
                                        <p:cTn id="78" dur="500" fill="hold"/>
                                        <p:tgtEl>
                                          <p:spTgt spid="46"/>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500"/>
                                  </p:stCondLst>
                                  <p:childTnLst>
                                    <p:set>
                                      <p:cBhvr>
                                        <p:cTn id="80" dur="1" fill="hold">
                                          <p:stCondLst>
                                            <p:cond delay="0"/>
                                          </p:stCondLst>
                                        </p:cTn>
                                        <p:tgtEl>
                                          <p:spTgt spid="47"/>
                                        </p:tgtEl>
                                        <p:attrNameLst>
                                          <p:attrName>style.visibility</p:attrName>
                                        </p:attrNameLst>
                                      </p:cBhvr>
                                      <p:to>
                                        <p:strVal val="visible"/>
                                      </p:to>
                                    </p:set>
                                    <p:anim calcmode="lin" valueType="num">
                                      <p:cBhvr additive="base">
                                        <p:cTn id="81" dur="500" fill="hold"/>
                                        <p:tgtEl>
                                          <p:spTgt spid="47"/>
                                        </p:tgtEl>
                                        <p:attrNameLst>
                                          <p:attrName>ppt_x</p:attrName>
                                        </p:attrNameLst>
                                      </p:cBhvr>
                                      <p:tavLst>
                                        <p:tav tm="0">
                                          <p:val>
                                            <p:strVal val="1+#ppt_w/2"/>
                                          </p:val>
                                        </p:tav>
                                        <p:tav tm="100000">
                                          <p:val>
                                            <p:strVal val="#ppt_x"/>
                                          </p:val>
                                        </p:tav>
                                      </p:tavLst>
                                    </p:anim>
                                    <p:anim calcmode="lin" valueType="num">
                                      <p:cBhvr additive="base">
                                        <p:cTn id="82" dur="500" fill="hold"/>
                                        <p:tgtEl>
                                          <p:spTgt spid="47"/>
                                        </p:tgtEl>
                                        <p:attrNameLst>
                                          <p:attrName>ppt_y</p:attrName>
                                        </p:attrNameLst>
                                      </p:cBhvr>
                                      <p:tavLst>
                                        <p:tav tm="0">
                                          <p:val>
                                            <p:strVal val="#ppt_y"/>
                                          </p:val>
                                        </p:tav>
                                        <p:tav tm="100000">
                                          <p:val>
                                            <p:strVal val="#ppt_y"/>
                                          </p:val>
                                        </p:tav>
                                      </p:tavLst>
                                    </p:anim>
                                  </p:childTnLst>
                                </p:cTn>
                              </p:par>
                            </p:childTnLst>
                          </p:cTn>
                        </p:par>
                        <p:par>
                          <p:cTn id="83" fill="hold">
                            <p:stCondLst>
                              <p:cond delay="3800"/>
                            </p:stCondLst>
                            <p:childTnLst>
                              <p:par>
                                <p:cTn id="84" presetID="10" presetClass="entr" presetSubtype="0" fill="hold" grpId="0" nodeType="afterEffect">
                                  <p:stCondLst>
                                    <p:cond delay="50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500"/>
                                        <p:tgtEl>
                                          <p:spTgt spid="13"/>
                                        </p:tgtEl>
                                      </p:cBhvr>
                                    </p:animEffect>
                                  </p:childTnLst>
                                </p:cTn>
                              </p:par>
                              <p:par>
                                <p:cTn id="87" presetID="22" presetClass="entr" presetSubtype="8" fill="hold" nodeType="withEffect">
                                  <p:stCondLst>
                                    <p:cond delay="500"/>
                                  </p:stCondLst>
                                  <p:childTnLst>
                                    <p:set>
                                      <p:cBhvr>
                                        <p:cTn id="88" dur="1" fill="hold">
                                          <p:stCondLst>
                                            <p:cond delay="0"/>
                                          </p:stCondLst>
                                        </p:cTn>
                                        <p:tgtEl>
                                          <p:spTgt spid="27"/>
                                        </p:tgtEl>
                                        <p:attrNameLst>
                                          <p:attrName>style.visibility</p:attrName>
                                        </p:attrNameLst>
                                      </p:cBhvr>
                                      <p:to>
                                        <p:strVal val="visible"/>
                                      </p:to>
                                    </p:set>
                                    <p:animEffect transition="in" filter="wipe(left)">
                                      <p:cBhvr>
                                        <p:cTn id="89" dur="500"/>
                                        <p:tgtEl>
                                          <p:spTgt spid="27"/>
                                        </p:tgtEl>
                                      </p:cBhvr>
                                    </p:animEffect>
                                  </p:childTnLst>
                                </p:cTn>
                              </p:par>
                              <p:par>
                                <p:cTn id="90" presetID="10" presetClass="entr" presetSubtype="0" fill="hold" grpId="0" nodeType="withEffect">
                                  <p:stCondLst>
                                    <p:cond delay="500"/>
                                  </p:stCondLst>
                                  <p:childTnLst>
                                    <p:set>
                                      <p:cBhvr>
                                        <p:cTn id="91" dur="1" fill="hold">
                                          <p:stCondLst>
                                            <p:cond delay="0"/>
                                          </p:stCondLst>
                                        </p:cTn>
                                        <p:tgtEl>
                                          <p:spTgt spid="18"/>
                                        </p:tgtEl>
                                        <p:attrNameLst>
                                          <p:attrName>style.visibility</p:attrName>
                                        </p:attrNameLst>
                                      </p:cBhvr>
                                      <p:to>
                                        <p:strVal val="visible"/>
                                      </p:to>
                                    </p:set>
                                    <p:animEffect transition="in" filter="fade">
                                      <p:cBhvr>
                                        <p:cTn id="92" dur="500"/>
                                        <p:tgtEl>
                                          <p:spTgt spid="18"/>
                                        </p:tgtEl>
                                      </p:cBhvr>
                                    </p:animEffect>
                                  </p:childTnLst>
                                </p:cTn>
                              </p:par>
                              <p:par>
                                <p:cTn id="93" presetID="10" presetClass="entr" presetSubtype="0" fill="hold" grpId="0" nodeType="withEffect">
                                  <p:stCondLst>
                                    <p:cond delay="50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2" presetClass="entr" presetSubtype="2" decel="100000" fill="hold" grpId="0" nodeType="withEffect">
                                  <p:stCondLst>
                                    <p:cond delay="500"/>
                                  </p:stCondLst>
                                  <p:childTnLst>
                                    <p:set>
                                      <p:cBhvr>
                                        <p:cTn id="97" dur="1" fill="hold">
                                          <p:stCondLst>
                                            <p:cond delay="0"/>
                                          </p:stCondLst>
                                        </p:cTn>
                                        <p:tgtEl>
                                          <p:spTgt spid="48"/>
                                        </p:tgtEl>
                                        <p:attrNameLst>
                                          <p:attrName>style.visibility</p:attrName>
                                        </p:attrNameLst>
                                      </p:cBhvr>
                                      <p:to>
                                        <p:strVal val="visible"/>
                                      </p:to>
                                    </p:set>
                                    <p:anim calcmode="lin" valueType="num">
                                      <p:cBhvr additive="base">
                                        <p:cTn id="98" dur="500" fill="hold"/>
                                        <p:tgtEl>
                                          <p:spTgt spid="48"/>
                                        </p:tgtEl>
                                        <p:attrNameLst>
                                          <p:attrName>ppt_x</p:attrName>
                                        </p:attrNameLst>
                                      </p:cBhvr>
                                      <p:tavLst>
                                        <p:tav tm="0">
                                          <p:val>
                                            <p:strVal val="1+#ppt_w/2"/>
                                          </p:val>
                                        </p:tav>
                                        <p:tav tm="100000">
                                          <p:val>
                                            <p:strVal val="#ppt_x"/>
                                          </p:val>
                                        </p:tav>
                                      </p:tavLst>
                                    </p:anim>
                                    <p:anim calcmode="lin" valueType="num">
                                      <p:cBhvr additive="base">
                                        <p:cTn id="99" dur="500" fill="hold"/>
                                        <p:tgtEl>
                                          <p:spTgt spid="48"/>
                                        </p:tgtEl>
                                        <p:attrNameLst>
                                          <p:attrName>ppt_y</p:attrName>
                                        </p:attrNameLst>
                                      </p:cBhvr>
                                      <p:tavLst>
                                        <p:tav tm="0">
                                          <p:val>
                                            <p:strVal val="#ppt_y"/>
                                          </p:val>
                                        </p:tav>
                                        <p:tav tm="100000">
                                          <p:val>
                                            <p:strVal val="#ppt_y"/>
                                          </p:val>
                                        </p:tav>
                                      </p:tavLst>
                                    </p:anim>
                                  </p:childTnLst>
                                </p:cTn>
                              </p:par>
                              <p:par>
                                <p:cTn id="100" presetID="2" presetClass="entr" presetSubtype="2" decel="100000" fill="hold" grpId="0" nodeType="withEffect">
                                  <p:stCondLst>
                                    <p:cond delay="500"/>
                                  </p:stCondLst>
                                  <p:childTnLst>
                                    <p:set>
                                      <p:cBhvr>
                                        <p:cTn id="101" dur="1" fill="hold">
                                          <p:stCondLst>
                                            <p:cond delay="0"/>
                                          </p:stCondLst>
                                        </p:cTn>
                                        <p:tgtEl>
                                          <p:spTgt spid="49"/>
                                        </p:tgtEl>
                                        <p:attrNameLst>
                                          <p:attrName>style.visibility</p:attrName>
                                        </p:attrNameLst>
                                      </p:cBhvr>
                                      <p:to>
                                        <p:strVal val="visible"/>
                                      </p:to>
                                    </p:set>
                                    <p:anim calcmode="lin" valueType="num">
                                      <p:cBhvr additive="base">
                                        <p:cTn id="102" dur="500" fill="hold"/>
                                        <p:tgtEl>
                                          <p:spTgt spid="49"/>
                                        </p:tgtEl>
                                        <p:attrNameLst>
                                          <p:attrName>ppt_x</p:attrName>
                                        </p:attrNameLst>
                                      </p:cBhvr>
                                      <p:tavLst>
                                        <p:tav tm="0">
                                          <p:val>
                                            <p:strVal val="1+#ppt_w/2"/>
                                          </p:val>
                                        </p:tav>
                                        <p:tav tm="100000">
                                          <p:val>
                                            <p:strVal val="#ppt_x"/>
                                          </p:val>
                                        </p:tav>
                                      </p:tavLst>
                                    </p:anim>
                                    <p:anim calcmode="lin" valueType="num">
                                      <p:cBhvr additive="base">
                                        <p:cTn id="103" dur="500" fill="hold"/>
                                        <p:tgtEl>
                                          <p:spTgt spid="49"/>
                                        </p:tgtEl>
                                        <p:attrNameLst>
                                          <p:attrName>ppt_y</p:attrName>
                                        </p:attrNameLst>
                                      </p:cBhvr>
                                      <p:tavLst>
                                        <p:tav tm="0">
                                          <p:val>
                                            <p:strVal val="#ppt_y"/>
                                          </p:val>
                                        </p:tav>
                                        <p:tav tm="100000">
                                          <p:val>
                                            <p:strVal val="#ppt_y"/>
                                          </p:val>
                                        </p:tav>
                                      </p:tavLst>
                                    </p:anim>
                                  </p:childTnLst>
                                </p:cTn>
                              </p:par>
                            </p:childTnLst>
                          </p:cTn>
                        </p:par>
                        <p:par>
                          <p:cTn id="104" fill="hold">
                            <p:stCondLst>
                              <p:cond delay="4800"/>
                            </p:stCondLst>
                            <p:childTnLst>
                              <p:par>
                                <p:cTn id="105" presetID="22" presetClass="entr" presetSubtype="8" fill="hold" nodeType="afterEffect">
                                  <p:stCondLst>
                                    <p:cond delay="500"/>
                                  </p:stCondLst>
                                  <p:childTnLst>
                                    <p:set>
                                      <p:cBhvr>
                                        <p:cTn id="106" dur="1" fill="hold">
                                          <p:stCondLst>
                                            <p:cond delay="0"/>
                                          </p:stCondLst>
                                        </p:cTn>
                                        <p:tgtEl>
                                          <p:spTgt spid="30"/>
                                        </p:tgtEl>
                                        <p:attrNameLst>
                                          <p:attrName>style.visibility</p:attrName>
                                        </p:attrNameLst>
                                      </p:cBhvr>
                                      <p:to>
                                        <p:strVal val="visible"/>
                                      </p:to>
                                    </p:set>
                                    <p:animEffect transition="in" filter="wipe(left)">
                                      <p:cBhvr>
                                        <p:cTn id="107" dur="500"/>
                                        <p:tgtEl>
                                          <p:spTgt spid="30"/>
                                        </p:tgtEl>
                                      </p:cBhvr>
                                    </p:animEffect>
                                  </p:childTnLst>
                                </p:cTn>
                              </p:par>
                              <p:par>
                                <p:cTn id="108" presetID="10" presetClass="entr" presetSubtype="0" fill="hold" grpId="0" nodeType="withEffect">
                                  <p:stCondLst>
                                    <p:cond delay="500"/>
                                  </p:stCondLst>
                                  <p:childTnLst>
                                    <p:set>
                                      <p:cBhvr>
                                        <p:cTn id="109" dur="1" fill="hold">
                                          <p:stCondLst>
                                            <p:cond delay="0"/>
                                          </p:stCondLst>
                                        </p:cTn>
                                        <p:tgtEl>
                                          <p:spTgt spid="14"/>
                                        </p:tgtEl>
                                        <p:attrNameLst>
                                          <p:attrName>style.visibility</p:attrName>
                                        </p:attrNameLst>
                                      </p:cBhvr>
                                      <p:to>
                                        <p:strVal val="visible"/>
                                      </p:to>
                                    </p:set>
                                    <p:animEffect transition="in" filter="fade">
                                      <p:cBhvr>
                                        <p:cTn id="110" dur="500"/>
                                        <p:tgtEl>
                                          <p:spTgt spid="14"/>
                                        </p:tgtEl>
                                      </p:cBhvr>
                                    </p:animEffect>
                                  </p:childTnLst>
                                </p:cTn>
                              </p:par>
                              <p:par>
                                <p:cTn id="111" presetID="10" presetClass="entr" presetSubtype="0" fill="hold" grpId="0" nodeType="withEffect">
                                  <p:stCondLst>
                                    <p:cond delay="500"/>
                                  </p:stCondLst>
                                  <p:childTnLst>
                                    <p:set>
                                      <p:cBhvr>
                                        <p:cTn id="112" dur="1" fill="hold">
                                          <p:stCondLst>
                                            <p:cond delay="0"/>
                                          </p:stCondLst>
                                        </p:cTn>
                                        <p:tgtEl>
                                          <p:spTgt spid="17"/>
                                        </p:tgtEl>
                                        <p:attrNameLst>
                                          <p:attrName>style.visibility</p:attrName>
                                        </p:attrNameLst>
                                      </p:cBhvr>
                                      <p:to>
                                        <p:strVal val="visible"/>
                                      </p:to>
                                    </p:set>
                                    <p:animEffect transition="in" filter="fade">
                                      <p:cBhvr>
                                        <p:cTn id="113" dur="500"/>
                                        <p:tgtEl>
                                          <p:spTgt spid="17"/>
                                        </p:tgtEl>
                                      </p:cBhvr>
                                    </p:animEffect>
                                  </p:childTnLst>
                                </p:cTn>
                              </p:par>
                              <p:par>
                                <p:cTn id="114" presetID="10" presetClass="entr" presetSubtype="0" fill="hold" grpId="0" nodeType="withEffect">
                                  <p:stCondLst>
                                    <p:cond delay="50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childTnLst>
                                </p:cTn>
                              </p:par>
                              <p:par>
                                <p:cTn id="117" presetID="2" presetClass="entr" presetSubtype="2" decel="100000" fill="hold" grpId="0" nodeType="withEffect">
                                  <p:stCondLst>
                                    <p:cond delay="500"/>
                                  </p:stCondLst>
                                  <p:childTnLst>
                                    <p:set>
                                      <p:cBhvr>
                                        <p:cTn id="118" dur="1" fill="hold">
                                          <p:stCondLst>
                                            <p:cond delay="0"/>
                                          </p:stCondLst>
                                        </p:cTn>
                                        <p:tgtEl>
                                          <p:spTgt spid="52"/>
                                        </p:tgtEl>
                                        <p:attrNameLst>
                                          <p:attrName>style.visibility</p:attrName>
                                        </p:attrNameLst>
                                      </p:cBhvr>
                                      <p:to>
                                        <p:strVal val="visible"/>
                                      </p:to>
                                    </p:set>
                                    <p:anim calcmode="lin" valueType="num">
                                      <p:cBhvr additive="base">
                                        <p:cTn id="119" dur="500" fill="hold"/>
                                        <p:tgtEl>
                                          <p:spTgt spid="52"/>
                                        </p:tgtEl>
                                        <p:attrNameLst>
                                          <p:attrName>ppt_x</p:attrName>
                                        </p:attrNameLst>
                                      </p:cBhvr>
                                      <p:tavLst>
                                        <p:tav tm="0">
                                          <p:val>
                                            <p:strVal val="1+#ppt_w/2"/>
                                          </p:val>
                                        </p:tav>
                                        <p:tav tm="100000">
                                          <p:val>
                                            <p:strVal val="#ppt_x"/>
                                          </p:val>
                                        </p:tav>
                                      </p:tavLst>
                                    </p:anim>
                                    <p:anim calcmode="lin" valueType="num">
                                      <p:cBhvr additive="base">
                                        <p:cTn id="120" dur="500" fill="hold"/>
                                        <p:tgtEl>
                                          <p:spTgt spid="52"/>
                                        </p:tgtEl>
                                        <p:attrNameLst>
                                          <p:attrName>ppt_y</p:attrName>
                                        </p:attrNameLst>
                                      </p:cBhvr>
                                      <p:tavLst>
                                        <p:tav tm="0">
                                          <p:val>
                                            <p:strVal val="#ppt_y"/>
                                          </p:val>
                                        </p:tav>
                                        <p:tav tm="100000">
                                          <p:val>
                                            <p:strVal val="#ppt_y"/>
                                          </p:val>
                                        </p:tav>
                                      </p:tavLst>
                                    </p:anim>
                                  </p:childTnLst>
                                </p:cTn>
                              </p:par>
                              <p:par>
                                <p:cTn id="121" presetID="2" presetClass="entr" presetSubtype="2" decel="100000" fill="hold" grpId="0" nodeType="withEffect">
                                  <p:stCondLst>
                                    <p:cond delay="500"/>
                                  </p:stCondLst>
                                  <p:childTnLst>
                                    <p:set>
                                      <p:cBhvr>
                                        <p:cTn id="122" dur="1" fill="hold">
                                          <p:stCondLst>
                                            <p:cond delay="0"/>
                                          </p:stCondLst>
                                        </p:cTn>
                                        <p:tgtEl>
                                          <p:spTgt spid="53"/>
                                        </p:tgtEl>
                                        <p:attrNameLst>
                                          <p:attrName>style.visibility</p:attrName>
                                        </p:attrNameLst>
                                      </p:cBhvr>
                                      <p:to>
                                        <p:strVal val="visible"/>
                                      </p:to>
                                    </p:set>
                                    <p:anim calcmode="lin" valueType="num">
                                      <p:cBhvr additive="base">
                                        <p:cTn id="123" dur="500" fill="hold"/>
                                        <p:tgtEl>
                                          <p:spTgt spid="53"/>
                                        </p:tgtEl>
                                        <p:attrNameLst>
                                          <p:attrName>ppt_x</p:attrName>
                                        </p:attrNameLst>
                                      </p:cBhvr>
                                      <p:tavLst>
                                        <p:tav tm="0">
                                          <p:val>
                                            <p:strVal val="1+#ppt_w/2"/>
                                          </p:val>
                                        </p:tav>
                                        <p:tav tm="100000">
                                          <p:val>
                                            <p:strVal val="#ppt_x"/>
                                          </p:val>
                                        </p:tav>
                                      </p:tavLst>
                                    </p:anim>
                                    <p:anim calcmode="lin" valueType="num">
                                      <p:cBhvr additive="base">
                                        <p:cTn id="124" dur="5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55" grpId="0" animBg="1"/>
      <p:bldP spid="9" grpId="0"/>
      <p:bldP spid="10" grpId="0" animBg="1"/>
      <p:bldP spid="11" grpId="0" animBg="1"/>
      <p:bldP spid="12" grpId="0" animBg="1"/>
      <p:bldP spid="13" grpId="0" animBg="1"/>
      <p:bldP spid="14" grpId="0" animBg="1"/>
      <p:bldP spid="2" grpId="0" animBg="1"/>
      <p:bldP spid="15" grpId="0" animBg="1"/>
      <p:bldP spid="16" grpId="0" animBg="1"/>
      <p:bldP spid="17" grpId="0" animBg="1"/>
      <p:bldP spid="18" grpId="0" animBg="1"/>
      <p:bldP spid="33" grpId="0"/>
      <p:bldP spid="34" grpId="0"/>
      <p:bldP spid="35" grpId="0"/>
      <p:bldP spid="36" grpId="0"/>
      <p:bldP spid="37" grpId="0"/>
      <p:bldP spid="38" grpId="0">
        <p:tmplLst>
          <p:tmpl>
            <p:tnLst>
              <p:par>
                <p:cTn presetID="2" presetClass="entr" presetSubtype="2" decel="100000" fill="hold" nodeType="withEffect">
                  <p:stCondLst>
                    <p:cond delay="50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p:tmplLst>
          <p:tmpl>
            <p:tnLst>
              <p:par>
                <p:cTn presetID="2" presetClass="entr" presetSubtype="2" decel="100000"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p:tmplLst>
          <p:tmpl>
            <p:tnLst>
              <p:par>
                <p:cTn presetID="2" presetClass="entr" presetSubtype="2" decel="100000" fill="hold" nodeType="withEffect">
                  <p:stCondLst>
                    <p:cond delay="5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1+#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P spid="41" grpId="0">
        <p:tmplLst>
          <p:tmpl>
            <p:tnLst>
              <p:par>
                <p:cTn presetID="2" presetClass="entr" presetSubtype="2" decel="100000" fill="hold" nodeType="withEffect">
                  <p:stCondLst>
                    <p:cond delay="50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6" grpId="0">
        <p:tmplLst>
          <p:tmpl>
            <p:tnLst>
              <p:par>
                <p:cTn presetID="2" presetClass="entr" presetSubtype="2"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p:tmplLst>
          <p:tmpl>
            <p:tnLst>
              <p:par>
                <p:cTn presetID="2" presetClass="entr" presetSubtype="2" fill="hold" nodeType="withEffect">
                  <p:stCondLst>
                    <p:cond delay="50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p:tmplLst>
          <p:tmpl>
            <p:tnLst>
              <p:par>
                <p:cTn presetID="2" presetClass="entr" presetSubtype="2" decel="100000" fill="hold" nodeType="withEffect">
                  <p:stCondLst>
                    <p:cond delay="5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p:tmplLst>
          <p:tmpl>
            <p:tnLst>
              <p:par>
                <p:cTn presetID="2" presetClass="entr" presetSubtype="2" decel="100000" fill="hold" nodeType="withEffect">
                  <p:stCondLst>
                    <p:cond delay="50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2" grpId="0">
        <p:tmplLst>
          <p:tmpl>
            <p:tnLst>
              <p:par>
                <p:cTn presetID="2" presetClass="entr" presetSubtype="2" decel="100000" fill="hold" nodeType="withEffect">
                  <p:stCondLst>
                    <p:cond delay="5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p:tmplLst>
          <p:tmpl>
            <p:tnLst>
              <p:par>
                <p:cTn presetID="2" presetClass="entr" presetSubtype="2" decel="100000" fill="hold" nodeType="withEffect">
                  <p:stCondLst>
                    <p:cond delay="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1+#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p:tmplLst>
          <p:tmpl>
            <p:tnLst>
              <p:par>
                <p:cTn presetID="10" presetClass="entr" presetSubtype="0" fill="hold" nodeType="withEffect">
                  <p:stCondLst>
                    <p:cond delay="30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 Steps">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6276035" y="6394245"/>
            <a:ext cx="5185026" cy="365125"/>
          </a:xfrm>
        </p:spPr>
        <p:txBody>
          <a:bodyPr/>
          <a:lstStyle/>
          <a:p>
            <a:endParaRPr lang="en-US" dirty="0"/>
          </a:p>
        </p:txBody>
      </p:sp>
      <p:sp>
        <p:nvSpPr>
          <p:cNvPr id="4" name="スライド番号プレースホルダー 3"/>
          <p:cNvSpPr>
            <a:spLocks noGrp="1"/>
          </p:cNvSpPr>
          <p:nvPr>
            <p:ph type="sldNum" sz="quarter" idx="11"/>
          </p:nvPr>
        </p:nvSpPr>
        <p:spPr>
          <a:xfrm>
            <a:off x="11582292" y="6394245"/>
            <a:ext cx="604913" cy="365125"/>
          </a:xfrm>
        </p:spPr>
        <p:txBody>
          <a:bodyPr/>
          <a:lstStyle/>
          <a:p>
            <a:fld id="{387164BF-D67A-46C0-81D2-5BAF67C00C80}" type="slidenum">
              <a:rPr lang="en-US" smtClean="0"/>
              <a:pPr/>
              <a:t>‹#›</a:t>
            </a:fld>
            <a:endParaRPr lang="en-US" dirty="0"/>
          </a:p>
        </p:txBody>
      </p:sp>
      <p:sp>
        <p:nvSpPr>
          <p:cNvPr id="20" name="フローチャート: データ 19"/>
          <p:cNvSpPr/>
          <p:nvPr userDrawn="1"/>
        </p:nvSpPr>
        <p:spPr>
          <a:xfrm>
            <a:off x="2282913" y="1778816"/>
            <a:ext cx="3655610" cy="361534"/>
          </a:xfrm>
          <a:prstGeom prst="flowChartInputOutput">
            <a:avLst/>
          </a:prstGeom>
          <a:solidFill>
            <a:schemeClr val="bg2">
              <a:lumMod val="9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7" name="平行四辺形 6"/>
          <p:cNvSpPr/>
          <p:nvPr userDrawn="1"/>
        </p:nvSpPr>
        <p:spPr>
          <a:xfrm flipH="1">
            <a:off x="270241" y="728700"/>
            <a:ext cx="5659111" cy="1050117"/>
          </a:xfrm>
          <a:prstGeom prst="parallelogram">
            <a:avLst>
              <a:gd name="adj" fmla="val 45396"/>
            </a:avLst>
          </a:prstGeom>
          <a:solidFill>
            <a:schemeClr val="accent1">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26" name="平行四辺形 25"/>
          <p:cNvSpPr/>
          <p:nvPr userDrawn="1"/>
        </p:nvSpPr>
        <p:spPr>
          <a:xfrm flipH="1">
            <a:off x="2292650" y="2140350"/>
            <a:ext cx="5659111" cy="1050117"/>
          </a:xfrm>
          <a:prstGeom prst="parallelogram">
            <a:avLst>
              <a:gd name="adj" fmla="val 45396"/>
            </a:avLst>
          </a:prstGeom>
          <a:solidFill>
            <a:schemeClr val="accent1">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27" name="フローチャート: データ 26"/>
          <p:cNvSpPr/>
          <p:nvPr userDrawn="1"/>
        </p:nvSpPr>
        <p:spPr>
          <a:xfrm>
            <a:off x="4296152" y="3190467"/>
            <a:ext cx="3655610" cy="361534"/>
          </a:xfrm>
          <a:prstGeom prst="flowChartInputOutput">
            <a:avLst/>
          </a:prstGeom>
          <a:solidFill>
            <a:schemeClr val="bg2">
              <a:lumMod val="9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28" name="平行四辺形 27"/>
          <p:cNvSpPr/>
          <p:nvPr userDrawn="1"/>
        </p:nvSpPr>
        <p:spPr>
          <a:xfrm flipH="1">
            <a:off x="4311003" y="3552001"/>
            <a:ext cx="5659111" cy="1050117"/>
          </a:xfrm>
          <a:prstGeom prst="parallelogram">
            <a:avLst>
              <a:gd name="adj" fmla="val 45396"/>
            </a:avLst>
          </a:prstGeom>
          <a:solidFill>
            <a:schemeClr val="accent1">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29" name="フローチャート: データ 28"/>
          <p:cNvSpPr/>
          <p:nvPr userDrawn="1"/>
        </p:nvSpPr>
        <p:spPr>
          <a:xfrm>
            <a:off x="6314504" y="4602118"/>
            <a:ext cx="3655610" cy="361534"/>
          </a:xfrm>
          <a:prstGeom prst="flowChartInputOutput">
            <a:avLst/>
          </a:prstGeom>
          <a:solidFill>
            <a:schemeClr val="bg2">
              <a:lumMod val="9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0" name="平行四辺形 29"/>
          <p:cNvSpPr/>
          <p:nvPr userDrawn="1"/>
        </p:nvSpPr>
        <p:spPr>
          <a:xfrm flipH="1">
            <a:off x="6318052" y="4963652"/>
            <a:ext cx="5659111" cy="1050117"/>
          </a:xfrm>
          <a:prstGeom prst="parallelogram">
            <a:avLst>
              <a:gd name="adj" fmla="val 45396"/>
            </a:avLst>
          </a:prstGeom>
          <a:solidFill>
            <a:schemeClr val="accent1">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1" name="平行四辺形 30"/>
          <p:cNvSpPr/>
          <p:nvPr userDrawn="1"/>
        </p:nvSpPr>
        <p:spPr>
          <a:xfrm flipH="1">
            <a:off x="270241" y="728700"/>
            <a:ext cx="1350268" cy="1050117"/>
          </a:xfrm>
          <a:prstGeom prst="parallelogram">
            <a:avLst>
              <a:gd name="adj" fmla="val 45396"/>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2" name="平行四辺形 31"/>
          <p:cNvSpPr/>
          <p:nvPr userDrawn="1"/>
        </p:nvSpPr>
        <p:spPr>
          <a:xfrm flipH="1">
            <a:off x="2292650" y="2140350"/>
            <a:ext cx="1350268" cy="1050117"/>
          </a:xfrm>
          <a:prstGeom prst="parallelogram">
            <a:avLst>
              <a:gd name="adj" fmla="val 45396"/>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3" name="平行四辺形 32"/>
          <p:cNvSpPr/>
          <p:nvPr userDrawn="1"/>
        </p:nvSpPr>
        <p:spPr>
          <a:xfrm flipH="1">
            <a:off x="4311003" y="3552000"/>
            <a:ext cx="1350268" cy="1050117"/>
          </a:xfrm>
          <a:prstGeom prst="parallelogram">
            <a:avLst>
              <a:gd name="adj" fmla="val 45396"/>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4" name="平行四辺形 33"/>
          <p:cNvSpPr/>
          <p:nvPr userDrawn="1"/>
        </p:nvSpPr>
        <p:spPr>
          <a:xfrm flipH="1">
            <a:off x="6314504" y="4963651"/>
            <a:ext cx="1350268" cy="1050117"/>
          </a:xfrm>
          <a:prstGeom prst="parallelogram">
            <a:avLst>
              <a:gd name="adj" fmla="val 45396"/>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35" name="テキスト プレースホルダー 11"/>
          <p:cNvSpPr>
            <a:spLocks noGrp="1"/>
          </p:cNvSpPr>
          <p:nvPr>
            <p:ph type="body" sz="quarter" idx="24" hasCustomPrompt="1"/>
          </p:nvPr>
        </p:nvSpPr>
        <p:spPr>
          <a:xfrm>
            <a:off x="640189" y="846274"/>
            <a:ext cx="590242" cy="810090"/>
          </a:xfrm>
        </p:spPr>
        <p:txBody>
          <a:bodyPr anchor="ctr">
            <a:noAutofit/>
          </a:bodyPr>
          <a:lstStyle>
            <a:lvl1pPr algn="ctr">
              <a:spcBef>
                <a:spcPts val="0"/>
              </a:spcBef>
              <a:defRPr sz="3200" spc="0">
                <a:solidFill>
                  <a:schemeClr val="bg1"/>
                </a:solidFill>
                <a:latin typeface="+mj-lt"/>
              </a:defRPr>
            </a:lvl1pPr>
          </a:lstStyle>
          <a:p>
            <a:pPr lvl="0"/>
            <a:r>
              <a:rPr lang="en-US" altLang="ja-JP" dirty="0"/>
              <a:t>0</a:t>
            </a:r>
            <a:endParaRPr lang="en-US" dirty="0"/>
          </a:p>
        </p:txBody>
      </p:sp>
      <p:sp>
        <p:nvSpPr>
          <p:cNvPr id="36" name="テキスト プレースホルダー 11"/>
          <p:cNvSpPr>
            <a:spLocks noGrp="1"/>
          </p:cNvSpPr>
          <p:nvPr>
            <p:ph type="body" sz="quarter" idx="25" hasCustomPrompt="1"/>
          </p:nvPr>
        </p:nvSpPr>
        <p:spPr>
          <a:xfrm>
            <a:off x="2672663" y="2255882"/>
            <a:ext cx="590242" cy="810090"/>
          </a:xfrm>
        </p:spPr>
        <p:txBody>
          <a:bodyPr anchor="ctr">
            <a:noAutofit/>
          </a:bodyPr>
          <a:lstStyle>
            <a:lvl1pPr algn="ctr">
              <a:spcBef>
                <a:spcPts val="0"/>
              </a:spcBef>
              <a:defRPr sz="3200" spc="0">
                <a:solidFill>
                  <a:schemeClr val="bg1"/>
                </a:solidFill>
                <a:latin typeface="+mj-lt"/>
              </a:defRPr>
            </a:lvl1pPr>
          </a:lstStyle>
          <a:p>
            <a:pPr lvl="0"/>
            <a:r>
              <a:rPr lang="en-US" altLang="ja-JP" dirty="0"/>
              <a:t>0</a:t>
            </a:r>
            <a:endParaRPr lang="en-US" dirty="0"/>
          </a:p>
        </p:txBody>
      </p:sp>
      <p:sp>
        <p:nvSpPr>
          <p:cNvPr id="37" name="テキスト プレースホルダー 11"/>
          <p:cNvSpPr>
            <a:spLocks noGrp="1"/>
          </p:cNvSpPr>
          <p:nvPr>
            <p:ph type="body" sz="quarter" idx="26" hasCustomPrompt="1"/>
          </p:nvPr>
        </p:nvSpPr>
        <p:spPr>
          <a:xfrm>
            <a:off x="4691016" y="3667534"/>
            <a:ext cx="590242" cy="810090"/>
          </a:xfrm>
        </p:spPr>
        <p:txBody>
          <a:bodyPr anchor="ctr">
            <a:noAutofit/>
          </a:bodyPr>
          <a:lstStyle>
            <a:lvl1pPr algn="ctr">
              <a:spcBef>
                <a:spcPts val="0"/>
              </a:spcBef>
              <a:defRPr sz="3200" spc="0">
                <a:solidFill>
                  <a:schemeClr val="bg1"/>
                </a:solidFill>
                <a:latin typeface="+mj-lt"/>
              </a:defRPr>
            </a:lvl1pPr>
          </a:lstStyle>
          <a:p>
            <a:pPr lvl="0"/>
            <a:r>
              <a:rPr lang="en-US" altLang="ja-JP" dirty="0"/>
              <a:t>0</a:t>
            </a:r>
            <a:endParaRPr lang="en-US" dirty="0"/>
          </a:p>
        </p:txBody>
      </p:sp>
      <p:sp>
        <p:nvSpPr>
          <p:cNvPr id="38" name="テキスト プレースホルダー 11"/>
          <p:cNvSpPr>
            <a:spLocks noGrp="1"/>
          </p:cNvSpPr>
          <p:nvPr>
            <p:ph type="body" sz="quarter" idx="27" hasCustomPrompt="1"/>
          </p:nvPr>
        </p:nvSpPr>
        <p:spPr>
          <a:xfrm>
            <a:off x="6694517" y="5079184"/>
            <a:ext cx="590242" cy="810090"/>
          </a:xfrm>
        </p:spPr>
        <p:txBody>
          <a:bodyPr anchor="ctr">
            <a:noAutofit/>
          </a:bodyPr>
          <a:lstStyle>
            <a:lvl1pPr algn="ctr">
              <a:spcBef>
                <a:spcPts val="0"/>
              </a:spcBef>
              <a:defRPr sz="3200" spc="0">
                <a:solidFill>
                  <a:schemeClr val="bg1"/>
                </a:solidFill>
                <a:latin typeface="+mj-lt"/>
              </a:defRPr>
            </a:lvl1pPr>
          </a:lstStyle>
          <a:p>
            <a:pPr lvl="0"/>
            <a:r>
              <a:rPr lang="en-US" altLang="ja-JP" dirty="0"/>
              <a:t>0</a:t>
            </a:r>
            <a:endParaRPr lang="en-US" dirty="0"/>
          </a:p>
        </p:txBody>
      </p:sp>
      <p:sp>
        <p:nvSpPr>
          <p:cNvPr id="39" name="テキスト プレースホルダー 11"/>
          <p:cNvSpPr>
            <a:spLocks noGrp="1"/>
          </p:cNvSpPr>
          <p:nvPr>
            <p:ph type="body" sz="quarter" idx="28" hasCustomPrompt="1"/>
          </p:nvPr>
        </p:nvSpPr>
        <p:spPr>
          <a:xfrm>
            <a:off x="1445080" y="668293"/>
            <a:ext cx="4080807" cy="565983"/>
          </a:xfrm>
        </p:spPr>
        <p:txBody>
          <a:bodyPr anchor="b">
            <a:noAutofit/>
          </a:bodyPr>
          <a:lstStyle>
            <a:lvl1pPr algn="l">
              <a:spcBef>
                <a:spcPts val="0"/>
              </a:spcBef>
              <a:defRPr sz="2400" spc="200">
                <a:solidFill>
                  <a:schemeClr val="accent1"/>
                </a:solidFill>
                <a:latin typeface="+mj-lt"/>
              </a:defRPr>
            </a:lvl1pPr>
          </a:lstStyle>
          <a:p>
            <a:pPr lvl="0"/>
            <a:r>
              <a:rPr lang="en-US" altLang="ja-JP" dirty="0"/>
              <a:t>TEXT HERE</a:t>
            </a:r>
            <a:endParaRPr lang="en-US" dirty="0"/>
          </a:p>
        </p:txBody>
      </p:sp>
      <p:sp>
        <p:nvSpPr>
          <p:cNvPr id="40" name="テキスト プレースホルダー 11"/>
          <p:cNvSpPr>
            <a:spLocks noGrp="1"/>
          </p:cNvSpPr>
          <p:nvPr>
            <p:ph type="body" sz="quarter" idx="29" hasCustomPrompt="1"/>
          </p:nvPr>
        </p:nvSpPr>
        <p:spPr>
          <a:xfrm>
            <a:off x="1625775" y="1148748"/>
            <a:ext cx="3982326" cy="630069"/>
          </a:xfrm>
        </p:spPr>
        <p:txBody>
          <a:bodyPr anchor="t">
            <a:noAutofit/>
          </a:bodyPr>
          <a:lstStyle>
            <a:lvl1pPr algn="l">
              <a:lnSpc>
                <a:spcPct val="120000"/>
              </a:lnSpc>
              <a:spcBef>
                <a:spcPts val="0"/>
              </a:spcBef>
              <a:defRPr sz="1200">
                <a:solidFill>
                  <a:schemeClr val="tx1"/>
                </a:solidFill>
                <a:latin typeface="+mn-lt"/>
              </a:defRPr>
            </a:lvl1pPr>
          </a:lstStyle>
          <a:p>
            <a:pPr lvl="0"/>
            <a:r>
              <a:rPr lang="en-US" altLang="ja-JP" dirty="0"/>
              <a:t>Text Here</a:t>
            </a:r>
            <a:endParaRPr lang="en-US" dirty="0"/>
          </a:p>
        </p:txBody>
      </p:sp>
      <p:sp>
        <p:nvSpPr>
          <p:cNvPr id="41" name="テキスト プレースホルダー 11"/>
          <p:cNvSpPr>
            <a:spLocks noGrp="1"/>
          </p:cNvSpPr>
          <p:nvPr>
            <p:ph type="body" sz="quarter" idx="30" hasCustomPrompt="1"/>
          </p:nvPr>
        </p:nvSpPr>
        <p:spPr>
          <a:xfrm>
            <a:off x="3480218" y="2079943"/>
            <a:ext cx="4080807" cy="565983"/>
          </a:xfrm>
        </p:spPr>
        <p:txBody>
          <a:bodyPr anchor="b">
            <a:noAutofit/>
          </a:bodyPr>
          <a:lstStyle>
            <a:lvl1pPr algn="l">
              <a:spcBef>
                <a:spcPts val="0"/>
              </a:spcBef>
              <a:defRPr sz="2400" spc="200">
                <a:solidFill>
                  <a:schemeClr val="accent1"/>
                </a:solidFill>
                <a:latin typeface="+mj-lt"/>
              </a:defRPr>
            </a:lvl1pPr>
          </a:lstStyle>
          <a:p>
            <a:pPr lvl="0"/>
            <a:r>
              <a:rPr lang="en-US" altLang="ja-JP" dirty="0"/>
              <a:t>TEXT HERE</a:t>
            </a:r>
            <a:endParaRPr lang="en-US" dirty="0"/>
          </a:p>
        </p:txBody>
      </p:sp>
      <p:sp>
        <p:nvSpPr>
          <p:cNvPr id="42" name="テキスト プレースホルダー 11"/>
          <p:cNvSpPr>
            <a:spLocks noGrp="1"/>
          </p:cNvSpPr>
          <p:nvPr>
            <p:ph type="body" sz="quarter" idx="31" hasCustomPrompt="1"/>
          </p:nvPr>
        </p:nvSpPr>
        <p:spPr>
          <a:xfrm>
            <a:off x="3660913" y="2560398"/>
            <a:ext cx="3982326" cy="630069"/>
          </a:xfrm>
        </p:spPr>
        <p:txBody>
          <a:bodyPr anchor="t">
            <a:noAutofit/>
          </a:bodyPr>
          <a:lstStyle>
            <a:lvl1pPr algn="l">
              <a:lnSpc>
                <a:spcPct val="120000"/>
              </a:lnSpc>
              <a:defRPr sz="1200">
                <a:solidFill>
                  <a:schemeClr val="tx1"/>
                </a:solidFill>
                <a:latin typeface="+mn-lt"/>
              </a:defRPr>
            </a:lvl1pPr>
          </a:lstStyle>
          <a:p>
            <a:pPr lvl="0"/>
            <a:r>
              <a:rPr lang="en-US" altLang="ja-JP" dirty="0"/>
              <a:t>Text Here</a:t>
            </a:r>
            <a:endParaRPr lang="en-US" dirty="0"/>
          </a:p>
        </p:txBody>
      </p:sp>
      <p:sp>
        <p:nvSpPr>
          <p:cNvPr id="43" name="テキスト プレースホルダー 11"/>
          <p:cNvSpPr>
            <a:spLocks noGrp="1"/>
          </p:cNvSpPr>
          <p:nvPr>
            <p:ph type="body" sz="quarter" idx="32" hasCustomPrompt="1"/>
          </p:nvPr>
        </p:nvSpPr>
        <p:spPr>
          <a:xfrm>
            <a:off x="5471725" y="3491594"/>
            <a:ext cx="4080807" cy="565983"/>
          </a:xfrm>
        </p:spPr>
        <p:txBody>
          <a:bodyPr anchor="b">
            <a:noAutofit/>
          </a:bodyPr>
          <a:lstStyle>
            <a:lvl1pPr algn="l">
              <a:spcBef>
                <a:spcPts val="0"/>
              </a:spcBef>
              <a:defRPr sz="2400" spc="200">
                <a:solidFill>
                  <a:schemeClr val="accent1"/>
                </a:solidFill>
                <a:latin typeface="+mj-lt"/>
              </a:defRPr>
            </a:lvl1pPr>
          </a:lstStyle>
          <a:p>
            <a:pPr lvl="0"/>
            <a:r>
              <a:rPr lang="en-US" altLang="ja-JP" dirty="0"/>
              <a:t>TEXT HERE</a:t>
            </a:r>
            <a:endParaRPr lang="en-US" dirty="0"/>
          </a:p>
        </p:txBody>
      </p:sp>
      <p:sp>
        <p:nvSpPr>
          <p:cNvPr id="44" name="テキスト プレースホルダー 11"/>
          <p:cNvSpPr>
            <a:spLocks noGrp="1"/>
          </p:cNvSpPr>
          <p:nvPr>
            <p:ph type="body" sz="quarter" idx="33" hasCustomPrompt="1"/>
          </p:nvPr>
        </p:nvSpPr>
        <p:spPr>
          <a:xfrm>
            <a:off x="5652420" y="3972049"/>
            <a:ext cx="3982326" cy="630069"/>
          </a:xfrm>
        </p:spPr>
        <p:txBody>
          <a:bodyPr anchor="t">
            <a:noAutofit/>
          </a:bodyPr>
          <a:lstStyle>
            <a:lvl1pPr algn="l">
              <a:lnSpc>
                <a:spcPct val="120000"/>
              </a:lnSpc>
              <a:defRPr sz="1200">
                <a:solidFill>
                  <a:schemeClr val="tx1"/>
                </a:solidFill>
                <a:latin typeface="+mn-lt"/>
              </a:defRPr>
            </a:lvl1pPr>
          </a:lstStyle>
          <a:p>
            <a:pPr lvl="0"/>
            <a:r>
              <a:rPr lang="en-US" altLang="ja-JP" dirty="0"/>
              <a:t>Text Here</a:t>
            </a:r>
            <a:endParaRPr lang="en-US" dirty="0"/>
          </a:p>
        </p:txBody>
      </p:sp>
      <p:sp>
        <p:nvSpPr>
          <p:cNvPr id="45" name="テキスト プレースホルダー 11"/>
          <p:cNvSpPr>
            <a:spLocks noGrp="1"/>
          </p:cNvSpPr>
          <p:nvPr>
            <p:ph type="body" sz="quarter" idx="34" hasCustomPrompt="1"/>
          </p:nvPr>
        </p:nvSpPr>
        <p:spPr>
          <a:xfrm>
            <a:off x="7484077" y="4903244"/>
            <a:ext cx="4080807" cy="565983"/>
          </a:xfrm>
        </p:spPr>
        <p:txBody>
          <a:bodyPr anchor="b">
            <a:noAutofit/>
          </a:bodyPr>
          <a:lstStyle>
            <a:lvl1pPr algn="l">
              <a:spcBef>
                <a:spcPts val="0"/>
              </a:spcBef>
              <a:defRPr sz="2400" spc="200">
                <a:solidFill>
                  <a:schemeClr val="accent1"/>
                </a:solidFill>
                <a:latin typeface="+mj-lt"/>
              </a:defRPr>
            </a:lvl1pPr>
          </a:lstStyle>
          <a:p>
            <a:pPr lvl="0"/>
            <a:r>
              <a:rPr lang="en-US" altLang="ja-JP" dirty="0"/>
              <a:t>TEXT HERE</a:t>
            </a:r>
            <a:endParaRPr lang="en-US" dirty="0"/>
          </a:p>
        </p:txBody>
      </p:sp>
      <p:sp>
        <p:nvSpPr>
          <p:cNvPr id="46" name="テキスト プレースホルダー 11"/>
          <p:cNvSpPr>
            <a:spLocks noGrp="1"/>
          </p:cNvSpPr>
          <p:nvPr>
            <p:ph type="body" sz="quarter" idx="35" hasCustomPrompt="1"/>
          </p:nvPr>
        </p:nvSpPr>
        <p:spPr>
          <a:xfrm>
            <a:off x="7664772" y="5383699"/>
            <a:ext cx="3982326" cy="630069"/>
          </a:xfrm>
        </p:spPr>
        <p:txBody>
          <a:bodyPr anchor="t">
            <a:noAutofit/>
          </a:bodyPr>
          <a:lstStyle>
            <a:lvl1pPr algn="l">
              <a:lnSpc>
                <a:spcPct val="120000"/>
              </a:lnSpc>
              <a:defRPr sz="1200">
                <a:solidFill>
                  <a:schemeClr val="tx1"/>
                </a:solidFill>
                <a:latin typeface="+mn-lt"/>
              </a:defRPr>
            </a:lvl1pPr>
          </a:lstStyle>
          <a:p>
            <a:pPr lvl="0"/>
            <a:r>
              <a:rPr lang="en-US" altLang="ja-JP" dirty="0"/>
              <a:t>Text Here</a:t>
            </a:r>
            <a:endParaRPr lang="en-US" dirty="0"/>
          </a:p>
        </p:txBody>
      </p:sp>
      <p:sp>
        <p:nvSpPr>
          <p:cNvPr id="47" name="テキスト プレースホルダー 11"/>
          <p:cNvSpPr>
            <a:spLocks noGrp="1"/>
          </p:cNvSpPr>
          <p:nvPr>
            <p:ph type="body" sz="quarter" idx="14" hasCustomPrompt="1"/>
          </p:nvPr>
        </p:nvSpPr>
        <p:spPr>
          <a:xfrm>
            <a:off x="420083" y="3781168"/>
            <a:ext cx="4059173" cy="1393746"/>
          </a:xfrm>
        </p:spPr>
        <p:txBody>
          <a:bodyPr anchor="b">
            <a:noAutofit/>
          </a:bodyPr>
          <a:lstStyle>
            <a:lvl1pPr algn="l">
              <a:spcBef>
                <a:spcPts val="0"/>
              </a:spcBef>
              <a:defRPr sz="3600" spc="1000" baseline="0">
                <a:solidFill>
                  <a:schemeClr val="accent1"/>
                </a:solidFill>
                <a:latin typeface="+mj-lt"/>
              </a:defRPr>
            </a:lvl1pPr>
          </a:lstStyle>
          <a:p>
            <a:pPr lvl="0"/>
            <a:r>
              <a:rPr lang="en-US" altLang="ja-JP" dirty="0"/>
              <a:t>TEXT HERE</a:t>
            </a:r>
          </a:p>
        </p:txBody>
      </p:sp>
      <p:sp>
        <p:nvSpPr>
          <p:cNvPr id="48" name="テキスト プレースホルダー 11"/>
          <p:cNvSpPr>
            <a:spLocks noGrp="1"/>
          </p:cNvSpPr>
          <p:nvPr>
            <p:ph type="body" sz="quarter" idx="15" hasCustomPrompt="1"/>
          </p:nvPr>
        </p:nvSpPr>
        <p:spPr>
          <a:xfrm>
            <a:off x="420083" y="5199197"/>
            <a:ext cx="5105804" cy="1050117"/>
          </a:xfrm>
        </p:spPr>
        <p:txBody>
          <a:bodyPr anchor="t">
            <a:noAutofit/>
          </a:bodyPr>
          <a:lstStyle>
            <a:lvl1pPr algn="l">
              <a:lnSpc>
                <a:spcPct val="120000"/>
              </a:lnSpc>
              <a:defRPr sz="1600">
                <a:solidFill>
                  <a:schemeClr val="tx1"/>
                </a:solidFill>
                <a:latin typeface="+mn-lt"/>
              </a:defRPr>
            </a:lvl1pPr>
          </a:lstStyle>
          <a:p>
            <a:pPr lvl="0"/>
            <a:r>
              <a:rPr lang="en-US" altLang="ja-JP" dirty="0"/>
              <a:t>Text Here</a:t>
            </a:r>
            <a:endParaRPr lang="en-US" dirty="0"/>
          </a:p>
        </p:txBody>
      </p:sp>
      <p:cxnSp>
        <p:nvCxnSpPr>
          <p:cNvPr id="49" name="直線コネクタ 48"/>
          <p:cNvCxnSpPr/>
          <p:nvPr userDrawn="1"/>
        </p:nvCxnSpPr>
        <p:spPr>
          <a:xfrm>
            <a:off x="0" y="5139190"/>
            <a:ext cx="552588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72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iterate type="wd">
                                    <p:tmPct val="10000"/>
                                  </p:iterate>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0-#ppt_w/2"/>
                                          </p:val>
                                        </p:tav>
                                        <p:tav tm="100000">
                                          <p:val>
                                            <p:strVal val="#ppt_x"/>
                                          </p:val>
                                        </p:tav>
                                      </p:tavLst>
                                    </p:anim>
                                    <p:anim calcmode="lin" valueType="num">
                                      <p:cBhvr additive="base">
                                        <p:cTn id="8" dur="500" fill="hold"/>
                                        <p:tgtEl>
                                          <p:spTgt spid="47"/>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wipe(left)">
                                      <p:cBhvr>
                                        <p:cTn id="11" dur="500"/>
                                        <p:tgtEl>
                                          <p:spTgt spid="49"/>
                                        </p:tgtEl>
                                      </p:cBhvr>
                                    </p:animEffect>
                                  </p:childTnLst>
                                </p:cTn>
                              </p:par>
                            </p:childTnLst>
                          </p:cTn>
                        </p:par>
                        <p:par>
                          <p:cTn id="12" fill="hold">
                            <p:stCondLst>
                              <p:cond delay="550"/>
                            </p:stCondLst>
                            <p:childTnLst>
                              <p:par>
                                <p:cTn id="13" presetID="2" presetClass="entr" presetSubtype="8" decel="100000" fill="hold" grpId="0" nodeType="after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par>
                          <p:cTn id="17" fill="hold">
                            <p:stCondLst>
                              <p:cond delay="1050"/>
                            </p:stCondLst>
                            <p:childTnLst>
                              <p:par>
                                <p:cTn id="18" presetID="22" presetClass="entr" presetSubtype="8" fill="hold" grpId="0" nodeType="afterEffect">
                                  <p:stCondLst>
                                    <p:cond delay="50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35">
                                            <p:txEl>
                                              <p:pRg st="0" end="0"/>
                                            </p:txEl>
                                          </p:spTgt>
                                        </p:tgtEl>
                                        <p:attrNameLst>
                                          <p:attrName>style.visibility</p:attrName>
                                        </p:attrNameLst>
                                      </p:cBhvr>
                                      <p:to>
                                        <p:strVal val="visible"/>
                                      </p:to>
                                    </p:set>
                                    <p:animEffect transition="in" filter="fade">
                                      <p:cBhvr>
                                        <p:cTn id="26" dur="500"/>
                                        <p:tgtEl>
                                          <p:spTgt spid="35">
                                            <p:txEl>
                                              <p:pRg st="0" end="0"/>
                                            </p:txEl>
                                          </p:spTgt>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par>
                                <p:cTn id="30" presetID="22" presetClass="entr" presetSubtype="8" fill="hold" grpId="0" nodeType="withEffect">
                                  <p:stCondLst>
                                    <p:cond delay="50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par>
                          <p:cTn id="33" fill="hold">
                            <p:stCondLst>
                              <p:cond delay="2050"/>
                            </p:stCondLst>
                            <p:childTnLst>
                              <p:par>
                                <p:cTn id="34" presetID="22" presetClass="entr" presetSubtype="1"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up)">
                                      <p:cBhvr>
                                        <p:cTn id="36" dur="500"/>
                                        <p:tgtEl>
                                          <p:spTgt spid="20"/>
                                        </p:tgtEl>
                                      </p:cBhvr>
                                    </p:animEffect>
                                  </p:childTnLst>
                                </p:cTn>
                              </p:par>
                            </p:childTnLst>
                          </p:cTn>
                        </p:par>
                        <p:par>
                          <p:cTn id="37" fill="hold">
                            <p:stCondLst>
                              <p:cond delay="2550"/>
                            </p:stCondLst>
                            <p:childTnLst>
                              <p:par>
                                <p:cTn id="38" presetID="22" presetClass="entr" presetSubtype="8"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xEl>
                                              <p:pRg st="0" end="0"/>
                                            </p:txEl>
                                          </p:spTgt>
                                        </p:tgtEl>
                                        <p:attrNameLst>
                                          <p:attrName>style.visibility</p:attrName>
                                        </p:attrNameLst>
                                      </p:cBhvr>
                                      <p:to>
                                        <p:strVal val="visible"/>
                                      </p:to>
                                    </p:set>
                                    <p:animEffect transition="in" filter="fade">
                                      <p:cBhvr>
                                        <p:cTn id="46" dur="500"/>
                                        <p:tgtEl>
                                          <p:spTgt spid="36">
                                            <p:txEl>
                                              <p:pRg st="0" end="0"/>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left)">
                                      <p:cBhvr>
                                        <p:cTn id="52" dur="500"/>
                                        <p:tgtEl>
                                          <p:spTgt spid="42"/>
                                        </p:tgtEl>
                                      </p:cBhvr>
                                    </p:animEffect>
                                  </p:childTnLst>
                                </p:cTn>
                              </p:par>
                            </p:childTnLst>
                          </p:cTn>
                        </p:par>
                        <p:par>
                          <p:cTn id="53" fill="hold">
                            <p:stCondLst>
                              <p:cond delay="3050"/>
                            </p:stCondLst>
                            <p:childTnLst>
                              <p:par>
                                <p:cTn id="54" presetID="22" presetClass="entr" presetSubtype="1"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up)">
                                      <p:cBhvr>
                                        <p:cTn id="56" dur="500"/>
                                        <p:tgtEl>
                                          <p:spTgt spid="27"/>
                                        </p:tgtEl>
                                      </p:cBhvr>
                                    </p:animEffect>
                                  </p:childTnLst>
                                </p:cTn>
                              </p:par>
                            </p:childTnLst>
                          </p:cTn>
                        </p:par>
                        <p:par>
                          <p:cTn id="57" fill="hold">
                            <p:stCondLst>
                              <p:cond delay="355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500"/>
                                        <p:tgtEl>
                                          <p:spTgt spid="2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7">
                                            <p:txEl>
                                              <p:pRg st="0" end="0"/>
                                            </p:txEl>
                                          </p:spTgt>
                                        </p:tgtEl>
                                        <p:attrNameLst>
                                          <p:attrName>style.visibility</p:attrName>
                                        </p:attrNameLst>
                                      </p:cBhvr>
                                      <p:to>
                                        <p:strVal val="visible"/>
                                      </p:to>
                                    </p:set>
                                    <p:animEffect transition="in" filter="fade">
                                      <p:cBhvr>
                                        <p:cTn id="66" dur="500"/>
                                        <p:tgtEl>
                                          <p:spTgt spid="37">
                                            <p:txEl>
                                              <p:pRg st="0" end="0"/>
                                            </p:txEl>
                                          </p:spTgt>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left)">
                                      <p:cBhvr>
                                        <p:cTn id="69" dur="500"/>
                                        <p:tgtEl>
                                          <p:spTgt spid="43"/>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wipe(left)">
                                      <p:cBhvr>
                                        <p:cTn id="72" dur="500"/>
                                        <p:tgtEl>
                                          <p:spTgt spid="44"/>
                                        </p:tgtEl>
                                      </p:cBhvr>
                                    </p:animEffect>
                                  </p:childTnLst>
                                </p:cTn>
                              </p:par>
                            </p:childTnLst>
                          </p:cTn>
                        </p:par>
                        <p:par>
                          <p:cTn id="73" fill="hold">
                            <p:stCondLst>
                              <p:cond delay="4050"/>
                            </p:stCondLst>
                            <p:childTnLst>
                              <p:par>
                                <p:cTn id="74" presetID="22" presetClass="entr" presetSubtype="1" fill="hold" grpId="0" nodeType="after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wipe(up)">
                                      <p:cBhvr>
                                        <p:cTn id="76" dur="500"/>
                                        <p:tgtEl>
                                          <p:spTgt spid="29"/>
                                        </p:tgtEl>
                                      </p:cBhvr>
                                    </p:animEffect>
                                  </p:childTnLst>
                                </p:cTn>
                              </p:par>
                            </p:childTnLst>
                          </p:cTn>
                        </p:par>
                        <p:par>
                          <p:cTn id="77" fill="hold">
                            <p:stCondLst>
                              <p:cond delay="4550"/>
                            </p:stCondLst>
                            <p:childTnLst>
                              <p:par>
                                <p:cTn id="78" presetID="22" presetClass="entr" presetSubtype="8"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500"/>
                                        <p:tgtEl>
                                          <p:spTgt spid="3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xEl>
                                              <p:pRg st="0" end="0"/>
                                            </p:txEl>
                                          </p:spTgt>
                                        </p:tgtEl>
                                        <p:attrNameLst>
                                          <p:attrName>style.visibility</p:attrName>
                                        </p:attrNameLst>
                                      </p:cBhvr>
                                      <p:to>
                                        <p:strVal val="visible"/>
                                      </p:to>
                                    </p:set>
                                    <p:animEffect transition="in" filter="fade">
                                      <p:cBhvr>
                                        <p:cTn id="86" dur="500"/>
                                        <p:tgtEl>
                                          <p:spTgt spid="38">
                                            <p:txEl>
                                              <p:pRg st="0" end="0"/>
                                            </p:txEl>
                                          </p:spTgt>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left)">
                                      <p:cBhvr>
                                        <p:cTn id="89" dur="500"/>
                                        <p:tgtEl>
                                          <p:spTgt spid="4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wipe(left)">
                                      <p:cBhvr>
                                        <p:cTn id="9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7"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build="p">
        <p:tmplLst>
          <p:tmpl lvl="1">
            <p:tnLst>
              <p:par>
                <p:cTn presetID="10" presetClass="entr" presetSubtype="0" fill="hold" nodeType="withEffect">
                  <p:stCondLst>
                    <p:cond delay="50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p:tmplLst>
          <p:tmpl>
            <p:tnLst>
              <p:par>
                <p:cTn presetID="22" presetClass="entr" presetSubtype="8"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Effect transition="in" filter="wipe(left)">
                      <p:cBhvr>
                        <p:cTn dur="500"/>
                        <p:tgtEl>
                          <p:spTgt spid="39"/>
                        </p:tgtEl>
                      </p:cBhvr>
                    </p:animEffect>
                  </p:childTnLst>
                </p:cTn>
              </p:par>
            </p:tnLst>
          </p:tmpl>
        </p:tmplLst>
      </p:bldP>
      <p:bldP spid="40" grpId="0">
        <p:tmplLst>
          <p:tmpl>
            <p:tnLst>
              <p:par>
                <p:cTn presetID="22" presetClass="entr" presetSubtype="8" fill="hold" nodeType="withEffect">
                  <p:stCondLst>
                    <p:cond delay="50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p:tmplLst>
          <p:tmpl>
            <p:tnLst>
              <p:par>
                <p:cTn presetID="22" presetClass="entr" presetSubtype="8"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P spid="42" grpId="0">
        <p:tmplLst>
          <p:tmpl>
            <p:tnLst>
              <p:par>
                <p:cTn presetID="22" presetClass="entr" presetSubtype="8"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3" grpId="0">
        <p:tmplLst>
          <p:tmpl>
            <p:tnLst>
              <p:par>
                <p:cTn presetID="22" presetClass="entr" presetSubtype="8"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p:tmplLst>
          <p:tmpl>
            <p:tnLst>
              <p:par>
                <p:cTn presetID="22" presetClass="entr" presetSubtype="8"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wipe(left)">
                      <p:cBhvr>
                        <p:cTn dur="500"/>
                        <p:tgtEl>
                          <p:spTgt spid="44"/>
                        </p:tgtEl>
                      </p:cBhvr>
                    </p:animEffect>
                  </p:childTnLst>
                </p:cTn>
              </p:par>
            </p:tnLst>
          </p:tmpl>
        </p:tmplLst>
      </p:bldP>
      <p:bldP spid="45" grpId="0">
        <p:tmplLst>
          <p:tmpl>
            <p:tnLst>
              <p:par>
                <p:cTn presetID="22" presetClass="entr" presetSubtype="8"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wipe(left)">
                      <p:cBhvr>
                        <p:cTn dur="500"/>
                        <p:tgtEl>
                          <p:spTgt spid="45"/>
                        </p:tgtEl>
                      </p:cBhvr>
                    </p:animEffect>
                  </p:childTnLst>
                </p:cTn>
              </p:par>
            </p:tnLst>
          </p:tmpl>
        </p:tmplLst>
      </p:bldP>
      <p:bldP spid="46" grpId="0">
        <p:tmplLst>
          <p:tmpl>
            <p:tnLst>
              <p:par>
                <p:cTn presetID="22" presetClass="entr" presetSubtype="8"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p:tmplLst>
          <p:tmpl>
            <p:tnLst>
              <p:par>
                <p:cTn presetID="2" presetClass="entr" presetSubtype="8"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0-#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p:tmplLst>
          <p:tmpl>
            <p:tnLst>
              <p:par>
                <p:cTn presetID="2" presetClass="entr" presetSubtype="8" decel="100000"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Images and Text">
    <p:spTree>
      <p:nvGrpSpPr>
        <p:cNvPr id="1" name=""/>
        <p:cNvGrpSpPr/>
        <p:nvPr/>
      </p:nvGrpSpPr>
      <p:grpSpPr>
        <a:xfrm>
          <a:off x="0" y="0"/>
          <a:ext cx="0" cy="0"/>
          <a:chOff x="0" y="0"/>
          <a:chExt cx="0" cy="0"/>
        </a:xfrm>
      </p:grpSpPr>
      <p:sp>
        <p:nvSpPr>
          <p:cNvPr id="66" name="円/楕円 65"/>
          <p:cNvSpPr/>
          <p:nvPr userDrawn="1"/>
        </p:nvSpPr>
        <p:spPr>
          <a:xfrm>
            <a:off x="6443807" y="1624809"/>
            <a:ext cx="1170920" cy="1170819"/>
          </a:xfrm>
          <a:prstGeom prst="ellipse">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1" name="円/楕円 10"/>
          <p:cNvSpPr/>
          <p:nvPr userDrawn="1"/>
        </p:nvSpPr>
        <p:spPr>
          <a:xfrm>
            <a:off x="696748" y="3947886"/>
            <a:ext cx="1170920" cy="1170819"/>
          </a:xfrm>
          <a:prstGeom prst="ellipse">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2111211" y="1028734"/>
            <a:ext cx="9553890" cy="336037"/>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8" name="図プレースホルダー 5"/>
          <p:cNvSpPr>
            <a:spLocks noGrp="1"/>
          </p:cNvSpPr>
          <p:nvPr>
            <p:ph type="pic" sz="quarter" idx="15" hasCustomPrompt="1"/>
          </p:nvPr>
        </p:nvSpPr>
        <p:spPr>
          <a:xfrm>
            <a:off x="6347074" y="2417828"/>
            <a:ext cx="5844927" cy="2502515"/>
          </a:xfrm>
          <a:solidFill>
            <a:schemeClr val="accent2">
              <a:lumMod val="20000"/>
              <a:lumOff val="80000"/>
            </a:schemeClr>
          </a:solidFill>
        </p:spPr>
        <p:txBody>
          <a:bodyPr>
            <a:normAutofit/>
          </a:bodyPr>
          <a:lstStyle>
            <a:lvl1pPr>
              <a:defRPr sz="1200"/>
            </a:lvl1pPr>
          </a:lstStyle>
          <a:p>
            <a:r>
              <a:rPr kumimoji="1" lang="en-US" altLang="ja-JP" dirty="0"/>
              <a:t>Add an image</a:t>
            </a:r>
            <a:endParaRPr kumimoji="1" lang="ja-JP" altLang="en-US" dirty="0"/>
          </a:p>
        </p:txBody>
      </p:sp>
      <p:sp>
        <p:nvSpPr>
          <p:cNvPr id="55" name="テキスト プレースホルダー 6"/>
          <p:cNvSpPr>
            <a:spLocks noGrp="1"/>
          </p:cNvSpPr>
          <p:nvPr>
            <p:ph type="body" sz="quarter" idx="16" hasCustomPrompt="1"/>
          </p:nvPr>
        </p:nvSpPr>
        <p:spPr>
          <a:xfrm>
            <a:off x="1293976" y="4342259"/>
            <a:ext cx="4556106" cy="526901"/>
          </a:xfrm>
        </p:spPr>
        <p:txBody>
          <a:bodyPr anchor="b">
            <a:noAutofit/>
          </a:bodyPr>
          <a:lstStyle>
            <a:lvl1pPr algn="l">
              <a:defRPr sz="24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6" name="テキスト プレースホルダー 6"/>
          <p:cNvSpPr>
            <a:spLocks noGrp="1"/>
          </p:cNvSpPr>
          <p:nvPr>
            <p:ph type="body" sz="quarter" idx="17" hasCustomPrompt="1"/>
          </p:nvPr>
        </p:nvSpPr>
        <p:spPr>
          <a:xfrm>
            <a:off x="1806201" y="4847771"/>
            <a:ext cx="4058079" cy="1412725"/>
          </a:xfrm>
        </p:spPr>
        <p:txBody>
          <a:bodyPr anchor="t">
            <a:normAutofit/>
          </a:bodyPr>
          <a:lstStyle>
            <a:lvl1pPr algn="l">
              <a:defRPr sz="1333" baseline="0">
                <a:solidFill>
                  <a:schemeClr val="tx2"/>
                </a:solidFill>
              </a:defRPr>
            </a:lvl1pPr>
          </a:lstStyle>
          <a:p>
            <a:pPr lvl="0"/>
            <a:r>
              <a:rPr kumimoji="1" lang="en-US" altLang="ja-JP" dirty="0"/>
              <a:t>Text goes here</a:t>
            </a:r>
            <a:endParaRPr kumimoji="1" lang="ja-JP" altLang="en-US" dirty="0"/>
          </a:p>
        </p:txBody>
      </p:sp>
      <p:sp>
        <p:nvSpPr>
          <p:cNvPr id="59" name="テキスト プレースホルダー 6"/>
          <p:cNvSpPr>
            <a:spLocks noGrp="1"/>
          </p:cNvSpPr>
          <p:nvPr>
            <p:ph type="body" sz="quarter" idx="18" hasCustomPrompt="1"/>
          </p:nvPr>
        </p:nvSpPr>
        <p:spPr>
          <a:xfrm>
            <a:off x="7099170" y="1797976"/>
            <a:ext cx="4556106" cy="526901"/>
          </a:xfrm>
        </p:spPr>
        <p:txBody>
          <a:bodyPr anchor="b">
            <a:noAutofit/>
          </a:bodyPr>
          <a:lstStyle>
            <a:lvl1pPr algn="l">
              <a:defRPr sz="24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60" name="テキスト プレースホルダー 6"/>
          <p:cNvSpPr>
            <a:spLocks noGrp="1"/>
          </p:cNvSpPr>
          <p:nvPr>
            <p:ph type="body" sz="quarter" idx="19" hasCustomPrompt="1"/>
          </p:nvPr>
        </p:nvSpPr>
        <p:spPr>
          <a:xfrm>
            <a:off x="6339890" y="4978398"/>
            <a:ext cx="5175776" cy="1088574"/>
          </a:xfrm>
        </p:spPr>
        <p:txBody>
          <a:bodyPr anchor="t">
            <a:normAutofit/>
          </a:bodyPr>
          <a:lstStyle>
            <a:lvl1pPr algn="l">
              <a:defRPr sz="1333" baseline="0">
                <a:solidFill>
                  <a:schemeClr val="tx2"/>
                </a:solidFill>
              </a:defRPr>
            </a:lvl1pPr>
          </a:lstStyle>
          <a:p>
            <a:pPr lvl="0"/>
            <a:r>
              <a:rPr kumimoji="1" lang="en-US" altLang="ja-JP" dirty="0"/>
              <a:t>Text goes here</a:t>
            </a:r>
            <a:endParaRPr kumimoji="1" lang="ja-JP" altLang="en-US" dirty="0"/>
          </a:p>
        </p:txBody>
      </p:sp>
      <p:sp>
        <p:nvSpPr>
          <p:cNvPr id="6" name="図プレースホルダー 5"/>
          <p:cNvSpPr>
            <a:spLocks noGrp="1"/>
          </p:cNvSpPr>
          <p:nvPr>
            <p:ph type="pic" sz="quarter" idx="14" hasCustomPrompt="1"/>
          </p:nvPr>
        </p:nvSpPr>
        <p:spPr>
          <a:xfrm>
            <a:off x="0" y="1755009"/>
            <a:ext cx="5844927" cy="2502515"/>
          </a:xfrm>
          <a:solidFill>
            <a:schemeClr val="accent3">
              <a:lumMod val="20000"/>
              <a:lumOff val="80000"/>
            </a:schemeClr>
          </a:solidFill>
        </p:spPr>
        <p:txBody>
          <a:bodyPr>
            <a:normAutofit/>
          </a:bodyPr>
          <a:lstStyle>
            <a:lvl1pPr>
              <a:defRPr sz="1200"/>
            </a:lvl1pPr>
          </a:lstStyle>
          <a:p>
            <a:r>
              <a:rPr kumimoji="1" lang="en-US" altLang="ja-JP" dirty="0"/>
              <a:t>Add an image</a:t>
            </a:r>
            <a:endParaRPr kumimoji="1" lang="ja-JP" altLang="en-US" dirty="0"/>
          </a:p>
        </p:txBody>
      </p:sp>
      <p:sp>
        <p:nvSpPr>
          <p:cNvPr id="65" name="円/楕円 64"/>
          <p:cNvSpPr/>
          <p:nvPr userDrawn="1"/>
        </p:nvSpPr>
        <p:spPr>
          <a:xfrm>
            <a:off x="360470" y="4782456"/>
            <a:ext cx="672555" cy="672497"/>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67" name="円/楕円 66"/>
          <p:cNvSpPr/>
          <p:nvPr userDrawn="1"/>
        </p:nvSpPr>
        <p:spPr>
          <a:xfrm>
            <a:off x="7444284" y="1245020"/>
            <a:ext cx="585460" cy="585409"/>
          </a:xfrm>
          <a:prstGeom prst="ellipse">
            <a:avLst/>
          </a:prstGeom>
          <a:solidFill>
            <a:schemeClr val="accent2">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2" name="正方形/長方形 11"/>
          <p:cNvSpPr/>
          <p:nvPr userDrawn="1"/>
        </p:nvSpPr>
        <p:spPr>
          <a:xfrm>
            <a:off x="0" y="4257525"/>
            <a:ext cx="5844927" cy="62895"/>
          </a:xfrm>
          <a:prstGeom prst="rect">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68" name="正方形/長方形 67"/>
          <p:cNvSpPr/>
          <p:nvPr userDrawn="1"/>
        </p:nvSpPr>
        <p:spPr>
          <a:xfrm>
            <a:off x="6347074" y="2354618"/>
            <a:ext cx="5844927" cy="62895"/>
          </a:xfrm>
          <a:prstGeom prst="rect">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2">
                  <a:lumMod val="20000"/>
                  <a:lumOff val="80000"/>
                </a:schemeClr>
              </a:solidFill>
            </a:endParaRPr>
          </a:p>
        </p:txBody>
      </p:sp>
    </p:spTree>
    <p:extLst>
      <p:ext uri="{BB962C8B-B14F-4D97-AF65-F5344CB8AC3E}">
        <p14:creationId xmlns:p14="http://schemas.microsoft.com/office/powerpoint/2010/main" val="303880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 presetClass="entr" presetSubtype="4" decel="10000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additive="base">
                                        <p:cTn id="21" dur="750" fill="hold"/>
                                        <p:tgtEl>
                                          <p:spTgt spid="65"/>
                                        </p:tgtEl>
                                        <p:attrNameLst>
                                          <p:attrName>ppt_x</p:attrName>
                                        </p:attrNameLst>
                                      </p:cBhvr>
                                      <p:tavLst>
                                        <p:tav tm="0">
                                          <p:val>
                                            <p:strVal val="#ppt_x"/>
                                          </p:val>
                                        </p:tav>
                                        <p:tav tm="100000">
                                          <p:val>
                                            <p:strVal val="#ppt_x"/>
                                          </p:val>
                                        </p:tav>
                                      </p:tavLst>
                                    </p:anim>
                                    <p:anim calcmode="lin" valueType="num">
                                      <p:cBhvr additive="base">
                                        <p:cTn id="22" dur="750" fill="hold"/>
                                        <p:tgtEl>
                                          <p:spTgt spid="65"/>
                                        </p:tgtEl>
                                        <p:attrNameLst>
                                          <p:attrName>ppt_y</p:attrName>
                                        </p:attrNameLst>
                                      </p:cBhvr>
                                      <p:tavLst>
                                        <p:tav tm="0">
                                          <p:val>
                                            <p:strVal val="1+#ppt_h/2"/>
                                          </p:val>
                                        </p:tav>
                                        <p:tav tm="100000">
                                          <p:val>
                                            <p:strVal val="#ppt_y"/>
                                          </p:val>
                                        </p:tav>
                                      </p:tavLst>
                                    </p:anim>
                                  </p:childTnLst>
                                </p:cTn>
                              </p:par>
                              <p:par>
                                <p:cTn id="23" presetID="45" presetClass="entr" presetSubtype="0" fill="hold" grpId="1"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750"/>
                                        <p:tgtEl>
                                          <p:spTgt spid="65"/>
                                        </p:tgtEl>
                                      </p:cBhvr>
                                    </p:animEffect>
                                    <p:anim calcmode="lin" valueType="num">
                                      <p:cBhvr>
                                        <p:cTn id="26" dur="750" fill="hold"/>
                                        <p:tgtEl>
                                          <p:spTgt spid="65"/>
                                        </p:tgtEl>
                                        <p:attrNameLst>
                                          <p:attrName>ppt_w</p:attrName>
                                        </p:attrNameLst>
                                      </p:cBhvr>
                                      <p:tavLst>
                                        <p:tav tm="0" fmla="#ppt_w*sin(2.5*pi*$)">
                                          <p:val>
                                            <p:fltVal val="0"/>
                                          </p:val>
                                        </p:tav>
                                        <p:tav tm="100000">
                                          <p:val>
                                            <p:fltVal val="1"/>
                                          </p:val>
                                        </p:tav>
                                      </p:tavLst>
                                    </p:anim>
                                    <p:anim calcmode="lin" valueType="num">
                                      <p:cBhvr>
                                        <p:cTn id="27" dur="750" fill="hold"/>
                                        <p:tgtEl>
                                          <p:spTgt spid="65"/>
                                        </p:tgtEl>
                                        <p:attrNameLst>
                                          <p:attrName>ppt_h</p:attrName>
                                        </p:attrNameLst>
                                      </p:cBhvr>
                                      <p:tavLst>
                                        <p:tav tm="0">
                                          <p:val>
                                            <p:strVal val="#ppt_h"/>
                                          </p:val>
                                        </p:tav>
                                        <p:tav tm="100000">
                                          <p:val>
                                            <p:strVal val="#ppt_h"/>
                                          </p:val>
                                        </p:tav>
                                      </p:tavLst>
                                    </p:anim>
                                  </p:childTnLst>
                                </p:cTn>
                              </p:par>
                              <p:par>
                                <p:cTn id="28" presetID="2" presetClass="entr" presetSubtype="4" decel="10000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50" fill="hold"/>
                                        <p:tgtEl>
                                          <p:spTgt spid="11"/>
                                        </p:tgtEl>
                                        <p:attrNameLst>
                                          <p:attrName>ppt_x</p:attrName>
                                        </p:attrNameLst>
                                      </p:cBhvr>
                                      <p:tavLst>
                                        <p:tav tm="0">
                                          <p:val>
                                            <p:strVal val="#ppt_x"/>
                                          </p:val>
                                        </p:tav>
                                        <p:tav tm="100000">
                                          <p:val>
                                            <p:strVal val="#ppt_x"/>
                                          </p:val>
                                        </p:tav>
                                      </p:tavLst>
                                    </p:anim>
                                    <p:anim calcmode="lin" valueType="num">
                                      <p:cBhvr additive="base">
                                        <p:cTn id="31" dur="750" fill="hold"/>
                                        <p:tgtEl>
                                          <p:spTgt spid="11"/>
                                        </p:tgtEl>
                                        <p:attrNameLst>
                                          <p:attrName>ppt_y</p:attrName>
                                        </p:attrNameLst>
                                      </p:cBhvr>
                                      <p:tavLst>
                                        <p:tav tm="0">
                                          <p:val>
                                            <p:strVal val="1+#ppt_h/2"/>
                                          </p:val>
                                        </p:tav>
                                        <p:tav tm="100000">
                                          <p:val>
                                            <p:strVal val="#ppt_y"/>
                                          </p:val>
                                        </p:tav>
                                      </p:tavLst>
                                    </p:anim>
                                  </p:childTnLst>
                                </p:cTn>
                              </p:par>
                              <p:par>
                                <p:cTn id="32" presetID="45" presetClass="entr" presetSubtype="0" fill="hold" grpId="1"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anim calcmode="lin" valueType="num">
                                      <p:cBhvr>
                                        <p:cTn id="35" dur="750" fill="hold"/>
                                        <p:tgtEl>
                                          <p:spTgt spid="11"/>
                                        </p:tgtEl>
                                        <p:attrNameLst>
                                          <p:attrName>ppt_w</p:attrName>
                                        </p:attrNameLst>
                                      </p:cBhvr>
                                      <p:tavLst>
                                        <p:tav tm="0" fmla="#ppt_w*sin(2.5*pi*$)">
                                          <p:val>
                                            <p:fltVal val="0"/>
                                          </p:val>
                                        </p:tav>
                                        <p:tav tm="100000">
                                          <p:val>
                                            <p:fltVal val="1"/>
                                          </p:val>
                                        </p:tav>
                                      </p:tavLst>
                                    </p:anim>
                                    <p:anim calcmode="lin" valueType="num">
                                      <p:cBhvr>
                                        <p:cTn id="36" dur="750" fill="hold"/>
                                        <p:tgtEl>
                                          <p:spTgt spid="11"/>
                                        </p:tgtEl>
                                        <p:attrNameLst>
                                          <p:attrName>ppt_h</p:attrName>
                                        </p:attrNameLst>
                                      </p:cBhvr>
                                      <p:tavLst>
                                        <p:tav tm="0">
                                          <p:val>
                                            <p:strVal val="#ppt_h"/>
                                          </p:val>
                                        </p:tav>
                                        <p:tav tm="100000">
                                          <p:val>
                                            <p:strVal val="#ppt_h"/>
                                          </p:val>
                                        </p:tav>
                                      </p:tavLst>
                                    </p:anim>
                                  </p:childTnLst>
                                </p:cTn>
                              </p:par>
                              <p:par>
                                <p:cTn id="37" presetID="2" presetClass="entr" presetSubtype="12" decel="100000" fill="hold" grpId="0" nodeType="withEffect">
                                  <p:stCondLst>
                                    <p:cond delay="0"/>
                                  </p:stCondLst>
                                  <p:iterate type="wd">
                                    <p:tmPct val="10000"/>
                                  </p:iterate>
                                  <p:childTnLst>
                                    <p:set>
                                      <p:cBhvr>
                                        <p:cTn id="38" dur="1" fill="hold">
                                          <p:stCondLst>
                                            <p:cond delay="0"/>
                                          </p:stCondLst>
                                        </p:cTn>
                                        <p:tgtEl>
                                          <p:spTgt spid="55">
                                            <p:txEl>
                                              <p:pRg st="0" end="0"/>
                                            </p:txEl>
                                          </p:spTgt>
                                        </p:tgtEl>
                                        <p:attrNameLst>
                                          <p:attrName>style.visibility</p:attrName>
                                        </p:attrNameLst>
                                      </p:cBhvr>
                                      <p:to>
                                        <p:strVal val="visible"/>
                                      </p:to>
                                    </p:set>
                                    <p:anim calcmode="lin" valueType="num">
                                      <p:cBhvr additive="base">
                                        <p:cTn id="39" dur="10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55">
                                            <p:txEl>
                                              <p:pRg st="0" end="0"/>
                                            </p:txEl>
                                          </p:spTgt>
                                        </p:tgtEl>
                                        <p:attrNameLst>
                                          <p:attrName>ppt_y</p:attrName>
                                        </p:attrNameLst>
                                      </p:cBhvr>
                                      <p:tavLst>
                                        <p:tav tm="0">
                                          <p:val>
                                            <p:strVal val="1+#ppt_h/2"/>
                                          </p:val>
                                        </p:tav>
                                        <p:tav tm="100000">
                                          <p:val>
                                            <p:strVal val="#ppt_y"/>
                                          </p:val>
                                        </p:tav>
                                      </p:tavLst>
                                    </p:anim>
                                  </p:childTnLst>
                                </p:cTn>
                              </p:par>
                            </p:childTnLst>
                          </p:cTn>
                        </p:par>
                        <p:par>
                          <p:cTn id="41" fill="hold">
                            <p:stCondLst>
                              <p:cond delay="1700"/>
                            </p:stCondLst>
                            <p:childTnLst>
                              <p:par>
                                <p:cTn id="42" presetID="2" presetClass="entr" presetSubtype="2" decel="100000" fill="hold" grpId="0" nodeType="afterEffect">
                                  <p:stCondLst>
                                    <p:cond delay="250"/>
                                  </p:stCondLst>
                                  <p:childTnLst>
                                    <p:set>
                                      <p:cBhvr>
                                        <p:cTn id="43" dur="1" fill="hold">
                                          <p:stCondLst>
                                            <p:cond delay="0"/>
                                          </p:stCondLst>
                                        </p:cTn>
                                        <p:tgtEl>
                                          <p:spTgt spid="56">
                                            <p:txEl>
                                              <p:pRg st="0" end="0"/>
                                            </p:txEl>
                                          </p:spTgt>
                                        </p:tgtEl>
                                        <p:attrNameLst>
                                          <p:attrName>style.visibility</p:attrName>
                                        </p:attrNameLst>
                                      </p:cBhvr>
                                      <p:to>
                                        <p:strVal val="visible"/>
                                      </p:to>
                                    </p:set>
                                    <p:anim calcmode="lin" valueType="num">
                                      <p:cBhvr additive="base">
                                        <p:cTn id="44" dur="500" fill="hold"/>
                                        <p:tgtEl>
                                          <p:spTgt spid="56">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56">
                                            <p:txEl>
                                              <p:pRg st="0" end="0"/>
                                            </p:txEl>
                                          </p:spTgt>
                                        </p:tgtEl>
                                        <p:attrNameLst>
                                          <p:attrName>ppt_y</p:attrName>
                                        </p:attrNameLst>
                                      </p:cBhvr>
                                      <p:tavLst>
                                        <p:tav tm="0">
                                          <p:val>
                                            <p:strVal val="#ppt_y"/>
                                          </p:val>
                                        </p:tav>
                                        <p:tav tm="100000">
                                          <p:val>
                                            <p:strVal val="#ppt_y"/>
                                          </p:val>
                                        </p:tav>
                                      </p:tavLst>
                                    </p:anim>
                                  </p:childTnLst>
                                </p:cTn>
                              </p:par>
                            </p:childTnLst>
                          </p:cTn>
                        </p:par>
                        <p:par>
                          <p:cTn id="46" fill="hold">
                            <p:stCondLst>
                              <p:cond delay="2450"/>
                            </p:stCondLst>
                            <p:childTnLst>
                              <p:par>
                                <p:cTn id="47" presetID="22" presetClass="entr" presetSubtype="2"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right)">
                                      <p:cBhvr>
                                        <p:cTn id="49" dur="500"/>
                                        <p:tgtEl>
                                          <p:spTgt spid="38"/>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right)">
                                      <p:cBhvr>
                                        <p:cTn id="52" dur="500"/>
                                        <p:tgtEl>
                                          <p:spTgt spid="68"/>
                                        </p:tgtEl>
                                      </p:cBhvr>
                                    </p:animEffect>
                                  </p:childTnLst>
                                </p:cTn>
                              </p:par>
                              <p:par>
                                <p:cTn id="53" presetID="2" presetClass="entr" presetSubtype="1" decel="10000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additive="base">
                                        <p:cTn id="55" dur="750" fill="hold"/>
                                        <p:tgtEl>
                                          <p:spTgt spid="66"/>
                                        </p:tgtEl>
                                        <p:attrNameLst>
                                          <p:attrName>ppt_x</p:attrName>
                                        </p:attrNameLst>
                                      </p:cBhvr>
                                      <p:tavLst>
                                        <p:tav tm="0">
                                          <p:val>
                                            <p:strVal val="#ppt_x"/>
                                          </p:val>
                                        </p:tav>
                                        <p:tav tm="100000">
                                          <p:val>
                                            <p:strVal val="#ppt_x"/>
                                          </p:val>
                                        </p:tav>
                                      </p:tavLst>
                                    </p:anim>
                                    <p:anim calcmode="lin" valueType="num">
                                      <p:cBhvr additive="base">
                                        <p:cTn id="56" dur="750" fill="hold"/>
                                        <p:tgtEl>
                                          <p:spTgt spid="66"/>
                                        </p:tgtEl>
                                        <p:attrNameLst>
                                          <p:attrName>ppt_y</p:attrName>
                                        </p:attrNameLst>
                                      </p:cBhvr>
                                      <p:tavLst>
                                        <p:tav tm="0">
                                          <p:val>
                                            <p:strVal val="0-#ppt_h/2"/>
                                          </p:val>
                                        </p:tav>
                                        <p:tav tm="100000">
                                          <p:val>
                                            <p:strVal val="#ppt_y"/>
                                          </p:val>
                                        </p:tav>
                                      </p:tavLst>
                                    </p:anim>
                                  </p:childTnLst>
                                </p:cTn>
                              </p:par>
                              <p:par>
                                <p:cTn id="57" presetID="45" presetClass="entr" presetSubtype="0" fill="hold" grpId="1"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750"/>
                                        <p:tgtEl>
                                          <p:spTgt spid="66"/>
                                        </p:tgtEl>
                                      </p:cBhvr>
                                    </p:animEffect>
                                    <p:anim calcmode="lin" valueType="num">
                                      <p:cBhvr>
                                        <p:cTn id="60" dur="750" fill="hold"/>
                                        <p:tgtEl>
                                          <p:spTgt spid="66"/>
                                        </p:tgtEl>
                                        <p:attrNameLst>
                                          <p:attrName>ppt_w</p:attrName>
                                        </p:attrNameLst>
                                      </p:cBhvr>
                                      <p:tavLst>
                                        <p:tav tm="0" fmla="#ppt_w*sin(2.5*pi*$)">
                                          <p:val>
                                            <p:fltVal val="0"/>
                                          </p:val>
                                        </p:tav>
                                        <p:tav tm="100000">
                                          <p:val>
                                            <p:fltVal val="1"/>
                                          </p:val>
                                        </p:tav>
                                      </p:tavLst>
                                    </p:anim>
                                    <p:anim calcmode="lin" valueType="num">
                                      <p:cBhvr>
                                        <p:cTn id="61" dur="750" fill="hold"/>
                                        <p:tgtEl>
                                          <p:spTgt spid="66"/>
                                        </p:tgtEl>
                                        <p:attrNameLst>
                                          <p:attrName>ppt_h</p:attrName>
                                        </p:attrNameLst>
                                      </p:cBhvr>
                                      <p:tavLst>
                                        <p:tav tm="0">
                                          <p:val>
                                            <p:strVal val="#ppt_h"/>
                                          </p:val>
                                        </p:tav>
                                        <p:tav tm="100000">
                                          <p:val>
                                            <p:strVal val="#ppt_h"/>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67"/>
                                        </p:tgtEl>
                                        <p:attrNameLst>
                                          <p:attrName>style.visibility</p:attrName>
                                        </p:attrNameLst>
                                      </p:cBhvr>
                                      <p:to>
                                        <p:strVal val="visible"/>
                                      </p:to>
                                    </p:set>
                                    <p:anim calcmode="lin" valueType="num">
                                      <p:cBhvr additive="base">
                                        <p:cTn id="64" dur="750" fill="hold"/>
                                        <p:tgtEl>
                                          <p:spTgt spid="67"/>
                                        </p:tgtEl>
                                        <p:attrNameLst>
                                          <p:attrName>ppt_x</p:attrName>
                                        </p:attrNameLst>
                                      </p:cBhvr>
                                      <p:tavLst>
                                        <p:tav tm="0">
                                          <p:val>
                                            <p:strVal val="#ppt_x"/>
                                          </p:val>
                                        </p:tav>
                                        <p:tav tm="100000">
                                          <p:val>
                                            <p:strVal val="#ppt_x"/>
                                          </p:val>
                                        </p:tav>
                                      </p:tavLst>
                                    </p:anim>
                                    <p:anim calcmode="lin" valueType="num">
                                      <p:cBhvr additive="base">
                                        <p:cTn id="65" dur="750" fill="hold"/>
                                        <p:tgtEl>
                                          <p:spTgt spid="67"/>
                                        </p:tgtEl>
                                        <p:attrNameLst>
                                          <p:attrName>ppt_y</p:attrName>
                                        </p:attrNameLst>
                                      </p:cBhvr>
                                      <p:tavLst>
                                        <p:tav tm="0">
                                          <p:val>
                                            <p:strVal val="0-#ppt_h/2"/>
                                          </p:val>
                                        </p:tav>
                                        <p:tav tm="100000">
                                          <p:val>
                                            <p:strVal val="#ppt_y"/>
                                          </p:val>
                                        </p:tav>
                                      </p:tavLst>
                                    </p:anim>
                                  </p:childTnLst>
                                </p:cTn>
                              </p:par>
                              <p:par>
                                <p:cTn id="66" presetID="45" presetClass="entr" presetSubtype="0" fill="hold" grpId="1"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fade">
                                      <p:cBhvr>
                                        <p:cTn id="68" dur="750"/>
                                        <p:tgtEl>
                                          <p:spTgt spid="67"/>
                                        </p:tgtEl>
                                      </p:cBhvr>
                                    </p:animEffect>
                                    <p:anim calcmode="lin" valueType="num">
                                      <p:cBhvr>
                                        <p:cTn id="69" dur="750" fill="hold"/>
                                        <p:tgtEl>
                                          <p:spTgt spid="67"/>
                                        </p:tgtEl>
                                        <p:attrNameLst>
                                          <p:attrName>ppt_w</p:attrName>
                                        </p:attrNameLst>
                                      </p:cBhvr>
                                      <p:tavLst>
                                        <p:tav tm="0" fmla="#ppt_w*sin(2.5*pi*$)">
                                          <p:val>
                                            <p:fltVal val="0"/>
                                          </p:val>
                                        </p:tav>
                                        <p:tav tm="100000">
                                          <p:val>
                                            <p:fltVal val="1"/>
                                          </p:val>
                                        </p:tav>
                                      </p:tavLst>
                                    </p:anim>
                                    <p:anim calcmode="lin" valueType="num">
                                      <p:cBhvr>
                                        <p:cTn id="70" dur="750" fill="hold"/>
                                        <p:tgtEl>
                                          <p:spTgt spid="67"/>
                                        </p:tgtEl>
                                        <p:attrNameLst>
                                          <p:attrName>ppt_h</p:attrName>
                                        </p:attrNameLst>
                                      </p:cBhvr>
                                      <p:tavLst>
                                        <p:tav tm="0">
                                          <p:val>
                                            <p:strVal val="#ppt_h"/>
                                          </p:val>
                                        </p:tav>
                                        <p:tav tm="100000">
                                          <p:val>
                                            <p:strVal val="#ppt_h"/>
                                          </p:val>
                                        </p:tav>
                                      </p:tavLst>
                                    </p:anim>
                                  </p:childTnLst>
                                </p:cTn>
                              </p:par>
                              <p:par>
                                <p:cTn id="71" presetID="2" presetClass="entr" presetSubtype="3" decel="100000" fill="hold" grpId="0" nodeType="withEffect">
                                  <p:stCondLst>
                                    <p:cond delay="0"/>
                                  </p:stCondLst>
                                  <p:iterate type="wd">
                                    <p:tmPct val="10000"/>
                                  </p:iterate>
                                  <p:childTnLst>
                                    <p:set>
                                      <p:cBhvr>
                                        <p:cTn id="72" dur="1" fill="hold">
                                          <p:stCondLst>
                                            <p:cond delay="0"/>
                                          </p:stCondLst>
                                        </p:cTn>
                                        <p:tgtEl>
                                          <p:spTgt spid="59">
                                            <p:txEl>
                                              <p:pRg st="0" end="0"/>
                                            </p:txEl>
                                          </p:spTgt>
                                        </p:tgtEl>
                                        <p:attrNameLst>
                                          <p:attrName>style.visibility</p:attrName>
                                        </p:attrNameLst>
                                      </p:cBhvr>
                                      <p:to>
                                        <p:strVal val="visible"/>
                                      </p:to>
                                    </p:set>
                                    <p:anim calcmode="lin" valueType="num">
                                      <p:cBhvr additive="base">
                                        <p:cTn id="73" dur="1000" fill="hold"/>
                                        <p:tgtEl>
                                          <p:spTgt spid="59">
                                            <p:txEl>
                                              <p:pRg st="0" end="0"/>
                                            </p:txEl>
                                          </p:spTgt>
                                        </p:tgtEl>
                                        <p:attrNameLst>
                                          <p:attrName>ppt_x</p:attrName>
                                        </p:attrNameLst>
                                      </p:cBhvr>
                                      <p:tavLst>
                                        <p:tav tm="0">
                                          <p:val>
                                            <p:strVal val="1+#ppt_w/2"/>
                                          </p:val>
                                        </p:tav>
                                        <p:tav tm="100000">
                                          <p:val>
                                            <p:strVal val="#ppt_x"/>
                                          </p:val>
                                        </p:tav>
                                      </p:tavLst>
                                    </p:anim>
                                    <p:anim calcmode="lin" valueType="num">
                                      <p:cBhvr additive="base">
                                        <p:cTn id="74" dur="1000" fill="hold"/>
                                        <p:tgtEl>
                                          <p:spTgt spid="59">
                                            <p:txEl>
                                              <p:pRg st="0" end="0"/>
                                            </p:txEl>
                                          </p:spTgt>
                                        </p:tgtEl>
                                        <p:attrNameLst>
                                          <p:attrName>ppt_y</p:attrName>
                                        </p:attrNameLst>
                                      </p:cBhvr>
                                      <p:tavLst>
                                        <p:tav tm="0">
                                          <p:val>
                                            <p:strVal val="0-#ppt_h/2"/>
                                          </p:val>
                                        </p:tav>
                                        <p:tav tm="100000">
                                          <p:val>
                                            <p:strVal val="#ppt_y"/>
                                          </p:val>
                                        </p:tav>
                                      </p:tavLst>
                                    </p:anim>
                                  </p:childTnLst>
                                </p:cTn>
                              </p:par>
                            </p:childTnLst>
                          </p:cTn>
                        </p:par>
                        <p:par>
                          <p:cTn id="75" fill="hold">
                            <p:stCondLst>
                              <p:cond delay="3650"/>
                            </p:stCondLst>
                            <p:childTnLst>
                              <p:par>
                                <p:cTn id="76" presetID="2" presetClass="entr" presetSubtype="2" decel="100000" fill="hold" grpId="0" nodeType="afterEffect">
                                  <p:stCondLst>
                                    <p:cond delay="250"/>
                                  </p:stCondLst>
                                  <p:childTnLst>
                                    <p:set>
                                      <p:cBhvr>
                                        <p:cTn id="77" dur="1" fill="hold">
                                          <p:stCondLst>
                                            <p:cond delay="0"/>
                                          </p:stCondLst>
                                        </p:cTn>
                                        <p:tgtEl>
                                          <p:spTgt spid="60">
                                            <p:txEl>
                                              <p:pRg st="0" end="0"/>
                                            </p:txEl>
                                          </p:spTgt>
                                        </p:tgtEl>
                                        <p:attrNameLst>
                                          <p:attrName>style.visibility</p:attrName>
                                        </p:attrNameLst>
                                      </p:cBhvr>
                                      <p:to>
                                        <p:strVal val="visible"/>
                                      </p:to>
                                    </p:set>
                                    <p:anim calcmode="lin" valueType="num">
                                      <p:cBhvr additive="base">
                                        <p:cTn id="78"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6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11" grpId="0" animBg="1"/>
      <p:bldP spid="11"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8" grpId="0" animBg="1"/>
      <p:bldP spid="55" grpId="0" build="p">
        <p:tmplLst>
          <p:tmpl lvl="1">
            <p:tnLst>
              <p:par>
                <p:cTn presetID="2" presetClass="entr" presetSubtype="12" decel="100000" fill="hold" nodeType="withEffect">
                  <p:stCondLst>
                    <p:cond delay="0"/>
                  </p:stCondLst>
                  <p:iterate type="wd">
                    <p:tmPct val="10000"/>
                  </p:iterate>
                  <p:childTnLst>
                    <p:set>
                      <p:cBhvr>
                        <p:cTn dur="1" fill="hold">
                          <p:stCondLst>
                            <p:cond delay="0"/>
                          </p:stCondLst>
                        </p:cTn>
                        <p:tgtEl>
                          <p:spTgt spid="55"/>
                        </p:tgtEl>
                        <p:attrNameLst>
                          <p:attrName>style.visibility</p:attrName>
                        </p:attrNameLst>
                      </p:cBhvr>
                      <p:to>
                        <p:strVal val="visible"/>
                      </p:to>
                    </p:set>
                    <p:anim calcmode="lin" valueType="num">
                      <p:cBhvr additive="base">
                        <p:cTn dur="1000" fill="hold"/>
                        <p:tgtEl>
                          <p:spTgt spid="55"/>
                        </p:tgtEl>
                        <p:attrNameLst>
                          <p:attrName>ppt_x</p:attrName>
                        </p:attrNameLst>
                      </p:cBhvr>
                      <p:tavLst>
                        <p:tav tm="0">
                          <p:val>
                            <p:strVal val="0-#ppt_w/2"/>
                          </p:val>
                        </p:tav>
                        <p:tav tm="100000">
                          <p:val>
                            <p:strVal val="#ppt_x"/>
                          </p:val>
                        </p:tav>
                      </p:tavLst>
                    </p:anim>
                    <p:anim calcmode="lin" valueType="num">
                      <p:cBhvr additive="base">
                        <p:cTn dur="10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1+#ppt_w/2"/>
                          </p:val>
                        </p:tav>
                        <p:tav tm="100000">
                          <p:val>
                            <p:strVal val="#ppt_x"/>
                          </p:val>
                        </p:tav>
                      </p:tavLst>
                    </p:anim>
                    <p:anim calcmode="lin" valueType="num">
                      <p:cBhvr additive="base">
                        <p:cTn dur="500" fill="hold"/>
                        <p:tgtEl>
                          <p:spTgt spid="56"/>
                        </p:tgtEl>
                        <p:attrNameLst>
                          <p:attrName>ppt_y</p:attrName>
                        </p:attrNameLst>
                      </p:cBhvr>
                      <p:tavLst>
                        <p:tav tm="0">
                          <p:val>
                            <p:strVal val="#ppt_y"/>
                          </p:val>
                        </p:tav>
                        <p:tav tm="100000">
                          <p:val>
                            <p:strVal val="#ppt_y"/>
                          </p:val>
                        </p:tav>
                      </p:tavLst>
                    </p:anim>
                  </p:childTnLst>
                </p:cTn>
              </p:par>
            </p:tnLst>
          </p:tmpl>
        </p:tmplLst>
      </p:bldP>
      <p:bldP spid="59" grpId="0" build="p">
        <p:tmplLst>
          <p:tmpl lvl="1">
            <p:tnLst>
              <p:par>
                <p:cTn presetID="2" presetClass="entr" presetSubtype="3" decel="100000" fill="hold" nodeType="withEffect">
                  <p:stCondLst>
                    <p:cond delay="0"/>
                  </p:stCondLst>
                  <p:iterate type="wd">
                    <p:tmPct val="10000"/>
                  </p:iterate>
                  <p:childTnLst>
                    <p:set>
                      <p:cBhvr>
                        <p:cTn dur="1" fill="hold">
                          <p:stCondLst>
                            <p:cond delay="0"/>
                          </p:stCondLst>
                        </p:cTn>
                        <p:tgtEl>
                          <p:spTgt spid="59"/>
                        </p:tgtEl>
                        <p:attrNameLst>
                          <p:attrName>style.visibility</p:attrName>
                        </p:attrNameLst>
                      </p:cBhvr>
                      <p:to>
                        <p:strVal val="visible"/>
                      </p:to>
                    </p:set>
                    <p:anim calcmode="lin" valueType="num">
                      <p:cBhvr additive="base">
                        <p:cTn dur="1000" fill="hold"/>
                        <p:tgtEl>
                          <p:spTgt spid="59"/>
                        </p:tgtEl>
                        <p:attrNameLst>
                          <p:attrName>ppt_x</p:attrName>
                        </p:attrNameLst>
                      </p:cBhvr>
                      <p:tavLst>
                        <p:tav tm="0">
                          <p:val>
                            <p:strVal val="1+#ppt_w/2"/>
                          </p:val>
                        </p:tav>
                        <p:tav tm="100000">
                          <p:val>
                            <p:strVal val="#ppt_x"/>
                          </p:val>
                        </p:tav>
                      </p:tavLst>
                    </p:anim>
                    <p:anim calcmode="lin" valueType="num">
                      <p:cBhvr additive="base">
                        <p:cTn dur="1000" fill="hold"/>
                        <p:tgtEl>
                          <p:spTgt spid="59"/>
                        </p:tgtEl>
                        <p:attrNameLst>
                          <p:attrName>ppt_y</p:attrName>
                        </p:attrNameLst>
                      </p:cBhvr>
                      <p:tavLst>
                        <p:tav tm="0">
                          <p:val>
                            <p:strVal val="0-#ppt_h/2"/>
                          </p:val>
                        </p:tav>
                        <p:tav tm="100000">
                          <p:val>
                            <p:strVal val="#ppt_y"/>
                          </p:val>
                        </p:tav>
                      </p:tavLst>
                    </p:anim>
                  </p:childTnLst>
                </p:cTn>
              </p:par>
            </p:tnLst>
          </p:tmpl>
        </p:tmplLst>
      </p:bldP>
      <p:bldP spid="60"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 grpId="0" animBg="1"/>
      <p:bldP spid="65" grpId="0" animBg="1"/>
      <p:bldP spid="65" grpId="1" animBg="1"/>
      <p:bldP spid="67" grpId="0" animBg="1"/>
      <p:bldP spid="67" grpId="1" animBg="1"/>
      <p:bldP spid="12" grpId="0" animBg="1"/>
      <p:bldP spid="68"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5 Simple List">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5" name="正方形/長方形 4"/>
          <p:cNvSpPr/>
          <p:nvPr/>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5"/>
          <p:cNvSpPr/>
          <p:nvPr/>
        </p:nvSpPr>
        <p:spPr>
          <a:xfrm>
            <a:off x="1771139" y="1896217"/>
            <a:ext cx="439509" cy="4394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1</a:t>
            </a:r>
            <a:endParaRPr kumimoji="1" lang="ja-JP" altLang="en-US" sz="1200" dirty="0"/>
          </a:p>
        </p:txBody>
      </p:sp>
      <p:sp>
        <p:nvSpPr>
          <p:cNvPr id="7" name="円/楕円 6"/>
          <p:cNvSpPr/>
          <p:nvPr/>
        </p:nvSpPr>
        <p:spPr>
          <a:xfrm>
            <a:off x="1771139" y="2789402"/>
            <a:ext cx="439509" cy="4394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2</a:t>
            </a:r>
          </a:p>
        </p:txBody>
      </p:sp>
      <p:sp>
        <p:nvSpPr>
          <p:cNvPr id="8" name="テキスト プレースホルダー 6"/>
          <p:cNvSpPr>
            <a:spLocks noGrp="1"/>
          </p:cNvSpPr>
          <p:nvPr>
            <p:ph type="body" sz="quarter" idx="28" hasCustomPrompt="1"/>
          </p:nvPr>
        </p:nvSpPr>
        <p:spPr>
          <a:xfrm>
            <a:off x="2374879" y="182389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29" hasCustomPrompt="1"/>
          </p:nvPr>
        </p:nvSpPr>
        <p:spPr>
          <a:xfrm>
            <a:off x="2374879" y="2717076"/>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0" name="円/楕円 9"/>
          <p:cNvSpPr/>
          <p:nvPr/>
        </p:nvSpPr>
        <p:spPr>
          <a:xfrm>
            <a:off x="1771139" y="3682587"/>
            <a:ext cx="439509" cy="43947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endParaRPr kumimoji="1" lang="ja-JP" altLang="en-US" sz="1200" dirty="0"/>
          </a:p>
        </p:txBody>
      </p:sp>
      <p:sp>
        <p:nvSpPr>
          <p:cNvPr id="11" name="テキスト プレースホルダー 6"/>
          <p:cNvSpPr>
            <a:spLocks noGrp="1"/>
          </p:cNvSpPr>
          <p:nvPr>
            <p:ph type="body" sz="quarter" idx="31" hasCustomPrompt="1"/>
          </p:nvPr>
        </p:nvSpPr>
        <p:spPr>
          <a:xfrm>
            <a:off x="2374879" y="361026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2" name="円/楕円 11"/>
          <p:cNvSpPr/>
          <p:nvPr/>
        </p:nvSpPr>
        <p:spPr>
          <a:xfrm>
            <a:off x="1771139" y="4575773"/>
            <a:ext cx="439509" cy="4394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4</a:t>
            </a:r>
          </a:p>
        </p:txBody>
      </p:sp>
      <p:sp>
        <p:nvSpPr>
          <p:cNvPr id="13" name="テキスト プレースホルダー 6"/>
          <p:cNvSpPr>
            <a:spLocks noGrp="1"/>
          </p:cNvSpPr>
          <p:nvPr>
            <p:ph type="body" sz="quarter" idx="33" hasCustomPrompt="1"/>
          </p:nvPr>
        </p:nvSpPr>
        <p:spPr>
          <a:xfrm>
            <a:off x="2374879" y="4503447"/>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4" name="円/楕円 13"/>
          <p:cNvSpPr/>
          <p:nvPr/>
        </p:nvSpPr>
        <p:spPr>
          <a:xfrm>
            <a:off x="1771139" y="5468958"/>
            <a:ext cx="439509" cy="43947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5</a:t>
            </a:r>
            <a:endParaRPr kumimoji="1" lang="ja-JP" altLang="en-US" sz="1200" dirty="0"/>
          </a:p>
        </p:txBody>
      </p:sp>
      <p:sp>
        <p:nvSpPr>
          <p:cNvPr id="15" name="テキスト プレースホルダー 6"/>
          <p:cNvSpPr>
            <a:spLocks noGrp="1"/>
          </p:cNvSpPr>
          <p:nvPr>
            <p:ph type="body" sz="quarter" idx="35" hasCustomPrompt="1"/>
          </p:nvPr>
        </p:nvSpPr>
        <p:spPr>
          <a:xfrm>
            <a:off x="2374879" y="5396632"/>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p:nvSpPr>
        <p:spPr>
          <a:xfrm>
            <a:off x="0" y="0"/>
            <a:ext cx="12192000" cy="13449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タイトル 1"/>
          <p:cNvSpPr>
            <a:spLocks noGrp="1"/>
          </p:cNvSpPr>
          <p:nvPr>
            <p:ph type="title" hasCustomPrompt="1"/>
          </p:nvPr>
        </p:nvSpPr>
        <p:spPr>
          <a:xfrm>
            <a:off x="589917" y="304800"/>
            <a:ext cx="11012164" cy="774095"/>
          </a:xfrm>
        </p:spPr>
        <p:txBody>
          <a:bodyPr>
            <a:noAutofit/>
          </a:bodyPr>
          <a:lstStyle>
            <a:lvl1pPr algn="ctr">
              <a:defRPr sz="44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410693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par>
                          <p:cTn id="22" fill="hold">
                            <p:stCondLst>
                              <p:cond delay="2500"/>
                            </p:stCondLst>
                            <p:childTnLst>
                              <p:par>
                                <p:cTn id="23" presetID="2" presetClass="entr" presetSubtype="1" decel="10000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childTnLst>
                          </p:cTn>
                        </p:par>
                        <p:par>
                          <p:cTn id="31" fill="hold">
                            <p:stCondLst>
                              <p:cond delay="3500"/>
                            </p:stCondLst>
                            <p:childTnLst>
                              <p:par>
                                <p:cTn id="32" presetID="2" presetClass="entr" presetSubtype="1"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par>
                          <p:cTn id="40" fill="hold">
                            <p:stCondLst>
                              <p:cond delay="4500"/>
                            </p:stCondLst>
                            <p:childTnLst>
                              <p:par>
                                <p:cTn id="41" presetID="2" presetClass="entr" presetSubtype="1" decel="10000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0-#ppt_h/2"/>
                                          </p:val>
                                        </p:tav>
                                        <p:tav tm="100000">
                                          <p:val>
                                            <p:strVal val="#ppt_y"/>
                                          </p:val>
                                        </p:tav>
                                      </p:tavLst>
                                    </p:anim>
                                  </p:childTnLst>
                                </p:cTn>
                              </p:par>
                            </p:childTnLst>
                          </p:cTn>
                        </p:par>
                        <p:par>
                          <p:cTn id="45" fill="hold">
                            <p:stCondLst>
                              <p:cond delay="5000"/>
                            </p:stCondLst>
                            <p:childTnLst>
                              <p:par>
                                <p:cTn id="46" presetID="22" presetClass="entr" presetSubtype="8" fill="hold" grpId="0" nodeType="after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wipe(left)">
                                      <p:cBhvr>
                                        <p:cTn id="48" dur="500"/>
                                        <p:tgtEl>
                                          <p:spTgt spid="13">
                                            <p:txEl>
                                              <p:pRg st="0" end="0"/>
                                            </p:txEl>
                                          </p:spTgt>
                                        </p:tgtEl>
                                      </p:cBhvr>
                                    </p:animEffect>
                                  </p:childTnLst>
                                </p:cTn>
                              </p:par>
                            </p:childTnLst>
                          </p:cTn>
                        </p:par>
                        <p:par>
                          <p:cTn id="49" fill="hold">
                            <p:stCondLst>
                              <p:cond delay="5500"/>
                            </p:stCondLst>
                            <p:childTnLst>
                              <p:par>
                                <p:cTn id="50" presetID="2" presetClass="entr" presetSubtype="1" decel="10000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0-#ppt_h/2"/>
                                          </p:val>
                                        </p:tav>
                                        <p:tav tm="100000">
                                          <p:val>
                                            <p:strVal val="#ppt_y"/>
                                          </p:val>
                                        </p:tav>
                                      </p:tavLst>
                                    </p:anim>
                                  </p:childTnLst>
                                </p:cTn>
                              </p:par>
                            </p:childTnLst>
                          </p:cTn>
                        </p:par>
                        <p:par>
                          <p:cTn id="54" fill="hold">
                            <p:stCondLst>
                              <p:cond delay="6000"/>
                            </p:stCondLst>
                            <p:childTnLst>
                              <p:par>
                                <p:cTn id="55" presetID="22" presetClass="entr" presetSubtype="8" fill="hold" grpId="0" nodeType="after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wipe(left)">
                                      <p:cBhvr>
                                        <p:cTn id="5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uild="p">
        <p:tmplLst>
          <p:tmpl lvl="1">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animBg="1"/>
      <p:bldP spid="11" grpId="0" build="p">
        <p:tmplLst>
          <p:tmpl lvl="1">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bldP spid="17"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4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a:t>
            </a:fld>
            <a:endParaRPr lang="en-US" dirty="0"/>
          </a:p>
        </p:txBody>
      </p:sp>
      <p:sp>
        <p:nvSpPr>
          <p:cNvPr id="7" name="テキスト プレースホルダー 12"/>
          <p:cNvSpPr>
            <a:spLocks noGrp="1"/>
          </p:cNvSpPr>
          <p:nvPr>
            <p:ph type="body" sz="quarter" idx="13" hasCustomPrompt="1"/>
          </p:nvPr>
        </p:nvSpPr>
        <p:spPr>
          <a:xfrm>
            <a:off x="2200564" y="1835018"/>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2200564" y="2834825"/>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10" name="テキスト プレースホルダー 12"/>
          <p:cNvSpPr>
            <a:spLocks noGrp="1"/>
          </p:cNvSpPr>
          <p:nvPr>
            <p:ph type="body" sz="quarter" idx="25" hasCustomPrompt="1"/>
          </p:nvPr>
        </p:nvSpPr>
        <p:spPr>
          <a:xfrm>
            <a:off x="2200564" y="3834632"/>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12" name="テキスト プレースホルダー 12"/>
          <p:cNvSpPr>
            <a:spLocks noGrp="1"/>
          </p:cNvSpPr>
          <p:nvPr>
            <p:ph type="body" sz="quarter" idx="26" hasCustomPrompt="1"/>
          </p:nvPr>
        </p:nvSpPr>
        <p:spPr>
          <a:xfrm>
            <a:off x="2200564" y="4834439"/>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13" name="円/楕円 4"/>
          <p:cNvSpPr/>
          <p:nvPr userDrawn="1"/>
        </p:nvSpPr>
        <p:spPr>
          <a:xfrm>
            <a:off x="1875680" y="1928652"/>
            <a:ext cx="219331" cy="219680"/>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4"/>
          <p:cNvSpPr/>
          <p:nvPr userDrawn="1"/>
        </p:nvSpPr>
        <p:spPr>
          <a:xfrm>
            <a:off x="1875680" y="2928459"/>
            <a:ext cx="219331" cy="219680"/>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p>
        </p:txBody>
      </p:sp>
      <p:sp>
        <p:nvSpPr>
          <p:cNvPr id="15" name="円/楕円 4"/>
          <p:cNvSpPr/>
          <p:nvPr userDrawn="1"/>
        </p:nvSpPr>
        <p:spPr>
          <a:xfrm>
            <a:off x="1875680" y="3928266"/>
            <a:ext cx="219331" cy="219680"/>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4"/>
          <p:cNvSpPr/>
          <p:nvPr userDrawn="1"/>
        </p:nvSpPr>
        <p:spPr>
          <a:xfrm>
            <a:off x="1875680" y="4928073"/>
            <a:ext cx="219331" cy="219680"/>
          </a:xfrm>
          <a:prstGeom prst="rect">
            <a:avLst/>
          </a:prstGeom>
          <a:solidFill>
            <a:schemeClr val="accent5"/>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Tree>
    <p:extLst>
      <p:ext uri="{BB962C8B-B14F-4D97-AF65-F5344CB8AC3E}">
        <p14:creationId xmlns:p14="http://schemas.microsoft.com/office/powerpoint/2010/main" val="325439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par>
                                <p:cTn id="8" presetID="22" presetClass="entr" presetSubtype="8" fill="hold" grpId="0" nodeType="withEffect">
                                  <p:stCondLst>
                                    <p:cond delay="5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wipe(left)">
                                      <p:cBhvr>
                                        <p:cTn id="10" dur="500"/>
                                        <p:tgtEl>
                                          <p:spTgt spid="8">
                                            <p:txEl>
                                              <p:pRg st="0" end="0"/>
                                            </p:tx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10">
                                            <p:txEl>
                                              <p:pRg st="0" end="0"/>
                                            </p:txEl>
                                          </p:spTgt>
                                        </p:tgtEl>
                                        <p:attrNameLst>
                                          <p:attrName>style.visibility</p:attrName>
                                        </p:attrNameLst>
                                      </p:cBhvr>
                                      <p:to>
                                        <p:strVal val="visible"/>
                                      </p:to>
                                    </p:set>
                                    <p:animEffect transition="in" filter="wipe(left)">
                                      <p:cBhvr>
                                        <p:cTn id="13" dur="500"/>
                                        <p:tgtEl>
                                          <p:spTgt spid="10">
                                            <p:txEl>
                                              <p:pRg st="0" end="0"/>
                                            </p:txEl>
                                          </p:spTgt>
                                        </p:tgtEl>
                                      </p:cBhvr>
                                    </p:animEffect>
                                  </p:childTnLst>
                                </p:cTn>
                              </p:par>
                              <p:par>
                                <p:cTn id="14" presetID="22" presetClass="entr" presetSubtype="8" fill="hold" grpId="0" nodeType="withEffect">
                                  <p:stCondLst>
                                    <p:cond delay="500"/>
                                  </p:stCondLst>
                                  <p:childTnLst>
                                    <p:set>
                                      <p:cBhvr>
                                        <p:cTn id="15" dur="1" fill="hold">
                                          <p:stCondLst>
                                            <p:cond delay="0"/>
                                          </p:stCondLst>
                                        </p:cTn>
                                        <p:tgtEl>
                                          <p:spTgt spid="12">
                                            <p:txEl>
                                              <p:pRg st="0" end="0"/>
                                            </p:txEl>
                                          </p:spTgt>
                                        </p:tgtEl>
                                        <p:attrNameLst>
                                          <p:attrName>style.visibility</p:attrName>
                                        </p:attrNameLst>
                                      </p:cBhvr>
                                      <p:to>
                                        <p:strVal val="visible"/>
                                      </p:to>
                                    </p:set>
                                    <p:animEffect transition="in" filter="wipe(left)">
                                      <p:cBhvr>
                                        <p:cTn id="16" dur="500"/>
                                        <p:tgtEl>
                                          <p:spTgt spid="12">
                                            <p:txEl>
                                              <p:pRg st="0" end="0"/>
                                            </p:txEl>
                                          </p:spTgt>
                                        </p:tgtEl>
                                      </p:cBhvr>
                                    </p:animEffect>
                                  </p:childTnLst>
                                </p:cTn>
                              </p:par>
                            </p:childTnLst>
                          </p:cTn>
                        </p:par>
                        <p:par>
                          <p:cTn id="17" fill="hold">
                            <p:stCondLst>
                              <p:cond delay="1000"/>
                            </p:stCondLst>
                            <p:childTnLst>
                              <p:par>
                                <p:cTn id="18" presetID="49" presetClass="entr" presetSubtype="0" decel="10000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500" fill="hold"/>
                                        <p:tgtEl>
                                          <p:spTgt spid="13"/>
                                        </p:tgtEl>
                                        <p:attrNameLst>
                                          <p:attrName>ppt_w</p:attrName>
                                        </p:attrNameLst>
                                      </p:cBhvr>
                                      <p:tavLst>
                                        <p:tav tm="0">
                                          <p:val>
                                            <p:fltVal val="0"/>
                                          </p:val>
                                        </p:tav>
                                        <p:tav tm="100000">
                                          <p:val>
                                            <p:strVal val="#ppt_w"/>
                                          </p:val>
                                        </p:tav>
                                      </p:tavLst>
                                    </p:anim>
                                    <p:anim calcmode="lin" valueType="num">
                                      <p:cBhvr>
                                        <p:cTn id="21" dur="500" fill="hold"/>
                                        <p:tgtEl>
                                          <p:spTgt spid="13"/>
                                        </p:tgtEl>
                                        <p:attrNameLst>
                                          <p:attrName>ppt_h</p:attrName>
                                        </p:attrNameLst>
                                      </p:cBhvr>
                                      <p:tavLst>
                                        <p:tav tm="0">
                                          <p:val>
                                            <p:fltVal val="0"/>
                                          </p:val>
                                        </p:tav>
                                        <p:tav tm="100000">
                                          <p:val>
                                            <p:strVal val="#ppt_h"/>
                                          </p:val>
                                        </p:tav>
                                      </p:tavLst>
                                    </p:anim>
                                    <p:anim calcmode="lin" valueType="num">
                                      <p:cBhvr>
                                        <p:cTn id="22" dur="500" fill="hold"/>
                                        <p:tgtEl>
                                          <p:spTgt spid="13"/>
                                        </p:tgtEl>
                                        <p:attrNameLst>
                                          <p:attrName>style.rotation</p:attrName>
                                        </p:attrNameLst>
                                      </p:cBhvr>
                                      <p:tavLst>
                                        <p:tav tm="0">
                                          <p:val>
                                            <p:fltVal val="360"/>
                                          </p:val>
                                        </p:tav>
                                        <p:tav tm="100000">
                                          <p:val>
                                            <p:fltVal val="0"/>
                                          </p:val>
                                        </p:tav>
                                      </p:tavLst>
                                    </p:anim>
                                    <p:animEffect transition="in" filter="fade">
                                      <p:cBhvr>
                                        <p:cTn id="23" dur="500"/>
                                        <p:tgtEl>
                                          <p:spTgt spid="13"/>
                                        </p:tgtEl>
                                      </p:cBhvr>
                                    </p:animEffect>
                                  </p:childTnLst>
                                </p:cTn>
                              </p:par>
                            </p:childTnLst>
                          </p:cTn>
                        </p:par>
                        <p:par>
                          <p:cTn id="24" fill="hold">
                            <p:stCondLst>
                              <p:cond delay="1500"/>
                            </p:stCondLst>
                            <p:childTnLst>
                              <p:par>
                                <p:cTn id="25" presetID="49" presetClass="entr" presetSubtype="0" decel="100000" fill="hold" grpId="0" nodeType="afterEffect">
                                  <p:stCondLst>
                                    <p:cond delay="25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 calcmode="lin" valueType="num">
                                      <p:cBhvr>
                                        <p:cTn id="29" dur="500" fill="hold"/>
                                        <p:tgtEl>
                                          <p:spTgt spid="14"/>
                                        </p:tgtEl>
                                        <p:attrNameLst>
                                          <p:attrName>style.rotation</p:attrName>
                                        </p:attrNameLst>
                                      </p:cBhvr>
                                      <p:tavLst>
                                        <p:tav tm="0">
                                          <p:val>
                                            <p:fltVal val="360"/>
                                          </p:val>
                                        </p:tav>
                                        <p:tav tm="100000">
                                          <p:val>
                                            <p:fltVal val="0"/>
                                          </p:val>
                                        </p:tav>
                                      </p:tavLst>
                                    </p:anim>
                                    <p:animEffect transition="in" filter="fade">
                                      <p:cBhvr>
                                        <p:cTn id="30" dur="500"/>
                                        <p:tgtEl>
                                          <p:spTgt spid="14"/>
                                        </p:tgtEl>
                                      </p:cBhvr>
                                    </p:animEffect>
                                  </p:childTnLst>
                                </p:cTn>
                              </p:par>
                            </p:childTnLst>
                          </p:cTn>
                        </p:par>
                        <p:par>
                          <p:cTn id="31" fill="hold">
                            <p:stCondLst>
                              <p:cond delay="2250"/>
                            </p:stCondLst>
                            <p:childTnLst>
                              <p:par>
                                <p:cTn id="32" presetID="49" presetClass="entr" presetSubtype="0" decel="100000" fill="hold" grpId="0" nodeType="afterEffect">
                                  <p:stCondLst>
                                    <p:cond delay="25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fltVal val="0"/>
                                          </p:val>
                                        </p:tav>
                                        <p:tav tm="100000">
                                          <p:val>
                                            <p:strVal val="#ppt_w"/>
                                          </p:val>
                                        </p:tav>
                                      </p:tavLst>
                                    </p:anim>
                                    <p:anim calcmode="lin" valueType="num">
                                      <p:cBhvr>
                                        <p:cTn id="35" dur="500" fill="hold"/>
                                        <p:tgtEl>
                                          <p:spTgt spid="15"/>
                                        </p:tgtEl>
                                        <p:attrNameLst>
                                          <p:attrName>ppt_h</p:attrName>
                                        </p:attrNameLst>
                                      </p:cBhvr>
                                      <p:tavLst>
                                        <p:tav tm="0">
                                          <p:val>
                                            <p:fltVal val="0"/>
                                          </p:val>
                                        </p:tav>
                                        <p:tav tm="100000">
                                          <p:val>
                                            <p:strVal val="#ppt_h"/>
                                          </p:val>
                                        </p:tav>
                                      </p:tavLst>
                                    </p:anim>
                                    <p:anim calcmode="lin" valueType="num">
                                      <p:cBhvr>
                                        <p:cTn id="36" dur="500" fill="hold"/>
                                        <p:tgtEl>
                                          <p:spTgt spid="15"/>
                                        </p:tgtEl>
                                        <p:attrNameLst>
                                          <p:attrName>style.rotation</p:attrName>
                                        </p:attrNameLst>
                                      </p:cBhvr>
                                      <p:tavLst>
                                        <p:tav tm="0">
                                          <p:val>
                                            <p:fltVal val="360"/>
                                          </p:val>
                                        </p:tav>
                                        <p:tav tm="100000">
                                          <p:val>
                                            <p:fltVal val="0"/>
                                          </p:val>
                                        </p:tav>
                                      </p:tavLst>
                                    </p:anim>
                                    <p:animEffect transition="in" filter="fade">
                                      <p:cBhvr>
                                        <p:cTn id="37" dur="500"/>
                                        <p:tgtEl>
                                          <p:spTgt spid="15"/>
                                        </p:tgtEl>
                                      </p:cBhvr>
                                    </p:animEffect>
                                  </p:childTnLst>
                                </p:cTn>
                              </p:par>
                            </p:childTnLst>
                          </p:cTn>
                        </p:par>
                        <p:par>
                          <p:cTn id="38" fill="hold">
                            <p:stCondLst>
                              <p:cond delay="3000"/>
                            </p:stCondLst>
                            <p:childTnLst>
                              <p:par>
                                <p:cTn id="39" presetID="49" presetClass="entr" presetSubtype="0" decel="100000" fill="hold" grpId="0" nodeType="afterEffect">
                                  <p:stCondLst>
                                    <p:cond delay="250"/>
                                  </p:stCondLst>
                                  <p:childTnLst>
                                    <p:set>
                                      <p:cBhvr>
                                        <p:cTn id="40" dur="1" fill="hold">
                                          <p:stCondLst>
                                            <p:cond delay="0"/>
                                          </p:stCondLst>
                                        </p:cTn>
                                        <p:tgtEl>
                                          <p:spTgt spid="16"/>
                                        </p:tgtEl>
                                        <p:attrNameLst>
                                          <p:attrName>style.visibility</p:attrName>
                                        </p:attrNameLst>
                                      </p:cBhvr>
                                      <p:to>
                                        <p:strVal val="visible"/>
                                      </p:to>
                                    </p:set>
                                    <p:anim calcmode="lin" valueType="num">
                                      <p:cBhvr>
                                        <p:cTn id="41" dur="500" fill="hold"/>
                                        <p:tgtEl>
                                          <p:spTgt spid="16"/>
                                        </p:tgtEl>
                                        <p:attrNameLst>
                                          <p:attrName>ppt_w</p:attrName>
                                        </p:attrNameLst>
                                      </p:cBhvr>
                                      <p:tavLst>
                                        <p:tav tm="0">
                                          <p:val>
                                            <p:fltVal val="0"/>
                                          </p:val>
                                        </p:tav>
                                        <p:tav tm="100000">
                                          <p:val>
                                            <p:strVal val="#ppt_w"/>
                                          </p:val>
                                        </p:tav>
                                      </p:tavLst>
                                    </p:anim>
                                    <p:anim calcmode="lin" valueType="num">
                                      <p:cBhvr>
                                        <p:cTn id="42" dur="500" fill="hold"/>
                                        <p:tgtEl>
                                          <p:spTgt spid="16"/>
                                        </p:tgtEl>
                                        <p:attrNameLst>
                                          <p:attrName>ppt_h</p:attrName>
                                        </p:attrNameLst>
                                      </p:cBhvr>
                                      <p:tavLst>
                                        <p:tav tm="0">
                                          <p:val>
                                            <p:fltVal val="0"/>
                                          </p:val>
                                        </p:tav>
                                        <p:tav tm="100000">
                                          <p:val>
                                            <p:strVal val="#ppt_h"/>
                                          </p:val>
                                        </p:tav>
                                      </p:tavLst>
                                    </p:anim>
                                    <p:anim calcmode="lin" valueType="num">
                                      <p:cBhvr>
                                        <p:cTn id="43" dur="500" fill="hold"/>
                                        <p:tgtEl>
                                          <p:spTgt spid="16"/>
                                        </p:tgtEl>
                                        <p:attrNameLst>
                                          <p:attrName>style.rotation</p:attrName>
                                        </p:attrNameLst>
                                      </p:cBhvr>
                                      <p:tavLst>
                                        <p:tav tm="0">
                                          <p:val>
                                            <p:fltVal val="360"/>
                                          </p:val>
                                        </p:tav>
                                        <p:tav tm="100000">
                                          <p:val>
                                            <p:fltVal val="0"/>
                                          </p:val>
                                        </p:tav>
                                      </p:tavLst>
                                    </p:anim>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2" grpId="0" build="p">
        <p:tmplLst>
          <p:tmpl lvl="1">
            <p:tnLst>
              <p:par>
                <p:cTn presetID="22" presetClass="entr" presetSubtype="8"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3" grpId="0" animBg="1"/>
      <p:bldP spid="14" grpId="0" animBg="1"/>
      <p:bldP spid="15" grpId="0" animBg="1"/>
      <p:bldP spid="16"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5 Simple List">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5" name="正方形/長方形 4"/>
          <p:cNvSpPr/>
          <p:nvPr/>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5"/>
          <p:cNvSpPr/>
          <p:nvPr/>
        </p:nvSpPr>
        <p:spPr>
          <a:xfrm>
            <a:off x="1771139" y="1896217"/>
            <a:ext cx="439509" cy="4394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1</a:t>
            </a:r>
            <a:endParaRPr kumimoji="1" lang="ja-JP" altLang="en-US" sz="1200" dirty="0"/>
          </a:p>
        </p:txBody>
      </p:sp>
      <p:sp>
        <p:nvSpPr>
          <p:cNvPr id="7" name="円/楕円 6"/>
          <p:cNvSpPr/>
          <p:nvPr/>
        </p:nvSpPr>
        <p:spPr>
          <a:xfrm>
            <a:off x="1771139" y="2789402"/>
            <a:ext cx="439509" cy="4394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2</a:t>
            </a:r>
          </a:p>
        </p:txBody>
      </p:sp>
      <p:sp>
        <p:nvSpPr>
          <p:cNvPr id="8" name="テキスト プレースホルダー 6"/>
          <p:cNvSpPr>
            <a:spLocks noGrp="1"/>
          </p:cNvSpPr>
          <p:nvPr>
            <p:ph type="body" sz="quarter" idx="28" hasCustomPrompt="1"/>
          </p:nvPr>
        </p:nvSpPr>
        <p:spPr>
          <a:xfrm>
            <a:off x="2374879" y="182389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29" hasCustomPrompt="1"/>
          </p:nvPr>
        </p:nvSpPr>
        <p:spPr>
          <a:xfrm>
            <a:off x="2374879" y="2717076"/>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0" name="円/楕円 9"/>
          <p:cNvSpPr/>
          <p:nvPr/>
        </p:nvSpPr>
        <p:spPr>
          <a:xfrm>
            <a:off x="1771139" y="3682587"/>
            <a:ext cx="439509" cy="43947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endParaRPr kumimoji="1" lang="ja-JP" altLang="en-US" sz="1200" dirty="0"/>
          </a:p>
        </p:txBody>
      </p:sp>
      <p:sp>
        <p:nvSpPr>
          <p:cNvPr id="11" name="テキスト プレースホルダー 6"/>
          <p:cNvSpPr>
            <a:spLocks noGrp="1"/>
          </p:cNvSpPr>
          <p:nvPr>
            <p:ph type="body" sz="quarter" idx="31" hasCustomPrompt="1"/>
          </p:nvPr>
        </p:nvSpPr>
        <p:spPr>
          <a:xfrm>
            <a:off x="2374879" y="3610261"/>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2" name="円/楕円 11"/>
          <p:cNvSpPr/>
          <p:nvPr/>
        </p:nvSpPr>
        <p:spPr>
          <a:xfrm>
            <a:off x="1771139" y="4575773"/>
            <a:ext cx="439509" cy="4394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4</a:t>
            </a:r>
          </a:p>
        </p:txBody>
      </p:sp>
      <p:sp>
        <p:nvSpPr>
          <p:cNvPr id="13" name="テキスト プレースホルダー 6"/>
          <p:cNvSpPr>
            <a:spLocks noGrp="1"/>
          </p:cNvSpPr>
          <p:nvPr>
            <p:ph type="body" sz="quarter" idx="33" hasCustomPrompt="1"/>
          </p:nvPr>
        </p:nvSpPr>
        <p:spPr>
          <a:xfrm>
            <a:off x="2374879" y="4503447"/>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4" name="円/楕円 13"/>
          <p:cNvSpPr/>
          <p:nvPr/>
        </p:nvSpPr>
        <p:spPr>
          <a:xfrm>
            <a:off x="1771139" y="5468958"/>
            <a:ext cx="439509" cy="43947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5</a:t>
            </a:r>
            <a:endParaRPr kumimoji="1" lang="ja-JP" altLang="en-US" sz="1200" dirty="0"/>
          </a:p>
        </p:txBody>
      </p:sp>
      <p:sp>
        <p:nvSpPr>
          <p:cNvPr id="15" name="テキスト プレースホルダー 6"/>
          <p:cNvSpPr>
            <a:spLocks noGrp="1"/>
          </p:cNvSpPr>
          <p:nvPr>
            <p:ph type="body" sz="quarter" idx="35" hasCustomPrompt="1"/>
          </p:nvPr>
        </p:nvSpPr>
        <p:spPr>
          <a:xfrm>
            <a:off x="2374879" y="5396632"/>
            <a:ext cx="8208027" cy="594764"/>
          </a:xfrm>
        </p:spPr>
        <p:txBody>
          <a:bodyPr anchor="ctr">
            <a:noAutofit/>
          </a:bodyPr>
          <a:lstStyle>
            <a:lvl1pPr algn="l">
              <a:defRPr sz="1333"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p:nvSpPr>
        <p:spPr>
          <a:xfrm>
            <a:off x="0" y="0"/>
            <a:ext cx="12192000" cy="13449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タイトル 1"/>
          <p:cNvSpPr>
            <a:spLocks noGrp="1"/>
          </p:cNvSpPr>
          <p:nvPr>
            <p:ph type="title" hasCustomPrompt="1"/>
          </p:nvPr>
        </p:nvSpPr>
        <p:spPr>
          <a:xfrm>
            <a:off x="589917" y="304800"/>
            <a:ext cx="11012164" cy="774095"/>
          </a:xfrm>
        </p:spPr>
        <p:txBody>
          <a:bodyPr>
            <a:noAutofit/>
          </a:bodyPr>
          <a:lstStyle>
            <a:lvl1pPr algn="ctr">
              <a:defRPr sz="44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121478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par>
                          <p:cTn id="22" fill="hold">
                            <p:stCondLst>
                              <p:cond delay="2500"/>
                            </p:stCondLst>
                            <p:childTnLst>
                              <p:par>
                                <p:cTn id="23" presetID="2" presetClass="entr" presetSubtype="1" decel="10000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childTnLst>
                          </p:cTn>
                        </p:par>
                        <p:par>
                          <p:cTn id="31" fill="hold">
                            <p:stCondLst>
                              <p:cond delay="3500"/>
                            </p:stCondLst>
                            <p:childTnLst>
                              <p:par>
                                <p:cTn id="32" presetID="2" presetClass="entr" presetSubtype="1"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par>
                          <p:cTn id="40" fill="hold">
                            <p:stCondLst>
                              <p:cond delay="4500"/>
                            </p:stCondLst>
                            <p:childTnLst>
                              <p:par>
                                <p:cTn id="41" presetID="2" presetClass="entr" presetSubtype="1" decel="10000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0-#ppt_h/2"/>
                                          </p:val>
                                        </p:tav>
                                        <p:tav tm="100000">
                                          <p:val>
                                            <p:strVal val="#ppt_y"/>
                                          </p:val>
                                        </p:tav>
                                      </p:tavLst>
                                    </p:anim>
                                  </p:childTnLst>
                                </p:cTn>
                              </p:par>
                            </p:childTnLst>
                          </p:cTn>
                        </p:par>
                        <p:par>
                          <p:cTn id="45" fill="hold">
                            <p:stCondLst>
                              <p:cond delay="5000"/>
                            </p:stCondLst>
                            <p:childTnLst>
                              <p:par>
                                <p:cTn id="46" presetID="22" presetClass="entr" presetSubtype="8" fill="hold" grpId="0" nodeType="after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wipe(left)">
                                      <p:cBhvr>
                                        <p:cTn id="48" dur="500"/>
                                        <p:tgtEl>
                                          <p:spTgt spid="13">
                                            <p:txEl>
                                              <p:pRg st="0" end="0"/>
                                            </p:txEl>
                                          </p:spTgt>
                                        </p:tgtEl>
                                      </p:cBhvr>
                                    </p:animEffect>
                                  </p:childTnLst>
                                </p:cTn>
                              </p:par>
                            </p:childTnLst>
                          </p:cTn>
                        </p:par>
                        <p:par>
                          <p:cTn id="49" fill="hold">
                            <p:stCondLst>
                              <p:cond delay="5500"/>
                            </p:stCondLst>
                            <p:childTnLst>
                              <p:par>
                                <p:cTn id="50" presetID="2" presetClass="entr" presetSubtype="1" decel="10000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0-#ppt_h/2"/>
                                          </p:val>
                                        </p:tav>
                                        <p:tav tm="100000">
                                          <p:val>
                                            <p:strVal val="#ppt_y"/>
                                          </p:val>
                                        </p:tav>
                                      </p:tavLst>
                                    </p:anim>
                                  </p:childTnLst>
                                </p:cTn>
                              </p:par>
                            </p:childTnLst>
                          </p:cTn>
                        </p:par>
                        <p:par>
                          <p:cTn id="54" fill="hold">
                            <p:stCondLst>
                              <p:cond delay="6000"/>
                            </p:stCondLst>
                            <p:childTnLst>
                              <p:par>
                                <p:cTn id="55" presetID="22" presetClass="entr" presetSubtype="8" fill="hold" grpId="0" nodeType="after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wipe(left)">
                                      <p:cBhvr>
                                        <p:cTn id="5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uild="p">
        <p:tmplLst>
          <p:tmpl lvl="1">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animBg="1"/>
      <p:bldP spid="11" grpId="0" build="p">
        <p:tmplLst>
          <p:tmpl lvl="1">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bldP spid="17"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a:t>
            </a:fld>
            <a:endParaRPr lang="en-US" dirty="0"/>
          </a:p>
        </p:txBody>
      </p:sp>
      <p:sp>
        <p:nvSpPr>
          <p:cNvPr id="5" name="円/楕円 4"/>
          <p:cNvSpPr/>
          <p:nvPr userDrawn="1"/>
        </p:nvSpPr>
        <p:spPr>
          <a:xfrm>
            <a:off x="1875680" y="2454895"/>
            <a:ext cx="219331" cy="219680"/>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4"/>
          <p:cNvSpPr/>
          <p:nvPr userDrawn="1"/>
        </p:nvSpPr>
        <p:spPr>
          <a:xfrm>
            <a:off x="1875680" y="3454702"/>
            <a:ext cx="219331" cy="219680"/>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p>
        </p:txBody>
      </p:sp>
      <p:sp>
        <p:nvSpPr>
          <p:cNvPr id="7" name="テキスト プレースホルダー 12"/>
          <p:cNvSpPr>
            <a:spLocks noGrp="1"/>
          </p:cNvSpPr>
          <p:nvPr>
            <p:ph type="body" sz="quarter" idx="13" hasCustomPrompt="1"/>
          </p:nvPr>
        </p:nvSpPr>
        <p:spPr>
          <a:xfrm>
            <a:off x="2200564" y="2361261"/>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2200564" y="3361068"/>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1875680" y="4454509"/>
            <a:ext cx="219331" cy="219680"/>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テキスト プレースホルダー 12"/>
          <p:cNvSpPr>
            <a:spLocks noGrp="1"/>
          </p:cNvSpPr>
          <p:nvPr>
            <p:ph type="body" sz="quarter" idx="25" hasCustomPrompt="1"/>
          </p:nvPr>
        </p:nvSpPr>
        <p:spPr>
          <a:xfrm>
            <a:off x="2200564" y="4360875"/>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4312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ext Onl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5" name="テキスト プレースホルダー 6"/>
          <p:cNvSpPr>
            <a:spLocks noGrp="1"/>
          </p:cNvSpPr>
          <p:nvPr>
            <p:ph type="body" sz="quarter" idx="14" hasCustomPrompt="1"/>
          </p:nvPr>
        </p:nvSpPr>
        <p:spPr>
          <a:xfrm>
            <a:off x="718936" y="2852936"/>
            <a:ext cx="10801146" cy="2208245"/>
          </a:xfrm>
        </p:spPr>
        <p:txBody>
          <a:bodyPr anchor="t">
            <a:normAutofit/>
          </a:bodyPr>
          <a:lstStyle>
            <a:lvl1pPr algn="l">
              <a:defRPr sz="1333" baseline="0">
                <a:solidFill>
                  <a:schemeClr val="tx2"/>
                </a:solidFill>
              </a:defRPr>
            </a:lvl1pPr>
          </a:lstStyle>
          <a:p>
            <a:pPr lvl="0"/>
            <a:r>
              <a:rPr kumimoji="1" lang="en-US" altLang="ja-JP" dirty="0"/>
              <a:t>Text goes here</a:t>
            </a:r>
            <a:endParaRPr kumimoji="1" lang="ja-JP" altLang="en-US" dirty="0"/>
          </a:p>
        </p:txBody>
      </p:sp>
      <p:sp>
        <p:nvSpPr>
          <p:cNvPr id="6" name="正方形/長方形 5"/>
          <p:cNvSpPr/>
          <p:nvPr/>
        </p:nvSpPr>
        <p:spPr>
          <a:xfrm>
            <a:off x="814955" y="2756926"/>
            <a:ext cx="2160427" cy="4800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7" name="テキスト プレースホルダー 6"/>
          <p:cNvSpPr>
            <a:spLocks noGrp="1"/>
          </p:cNvSpPr>
          <p:nvPr>
            <p:ph type="body" sz="quarter" idx="13" hasCustomPrompt="1"/>
          </p:nvPr>
        </p:nvSpPr>
        <p:spPr>
          <a:xfrm>
            <a:off x="2111211" y="1028734"/>
            <a:ext cx="9553890" cy="336037"/>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Tree>
    <p:extLst>
      <p:ext uri="{BB962C8B-B14F-4D97-AF65-F5344CB8AC3E}">
        <p14:creationId xmlns:p14="http://schemas.microsoft.com/office/powerpoint/2010/main" val="275146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8" decel="10000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2" decel="100000" fill="hold" grpId="0" nodeType="after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 calcmode="lin" valueType="num">
                                      <p:cBhvr additive="base">
                                        <p:cTn id="20"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a:xfrm>
            <a:off x="609600" y="6356351"/>
            <a:ext cx="2844800" cy="365125"/>
          </a:xfrm>
          <a:prstGeom prst="rect">
            <a:avLst/>
          </a:prstGeom>
        </p:spPr>
        <p:txBody>
          <a:bodyPr/>
          <a:lstStyle>
            <a:lvl1pPr>
              <a:defRPr/>
            </a:lvl1pPr>
          </a:lstStyle>
          <a:p>
            <a:pPr>
              <a:defRPr/>
            </a:pPr>
            <a:fld id="{E5EFC80E-D617-4B5F-B1A3-69FEDCD1897A}" type="datetime1">
              <a:rPr lang="fr-FR" smtClean="0"/>
              <a:t>11/12/2021</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fld id="{769C2F7F-9658-46AF-AC18-45541DF4D35C}" type="slidenum">
              <a:rPr lang="fr-FR" altLang="fr-FR"/>
              <a:pPr/>
              <a:t>‹#›</a:t>
            </a:fld>
            <a:endParaRPr lang="fr-FR" altLang="fr-FR"/>
          </a:p>
        </p:txBody>
      </p:sp>
    </p:spTree>
    <p:extLst>
      <p:ext uri="{BB962C8B-B14F-4D97-AF65-F5344CB8AC3E}">
        <p14:creationId xmlns:p14="http://schemas.microsoft.com/office/powerpoint/2010/main" val="168748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a:t>
            </a:fld>
            <a:endParaRPr lang="en-US" dirty="0"/>
          </a:p>
        </p:txBody>
      </p:sp>
      <p:sp>
        <p:nvSpPr>
          <p:cNvPr id="5" name="円/楕円 4"/>
          <p:cNvSpPr/>
          <p:nvPr userDrawn="1"/>
        </p:nvSpPr>
        <p:spPr>
          <a:xfrm>
            <a:off x="1875680" y="2454895"/>
            <a:ext cx="219331" cy="219680"/>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4"/>
          <p:cNvSpPr/>
          <p:nvPr userDrawn="1"/>
        </p:nvSpPr>
        <p:spPr>
          <a:xfrm>
            <a:off x="1875680" y="3454702"/>
            <a:ext cx="219331" cy="219680"/>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p>
        </p:txBody>
      </p:sp>
      <p:sp>
        <p:nvSpPr>
          <p:cNvPr id="7" name="テキスト プレースホルダー 12"/>
          <p:cNvSpPr>
            <a:spLocks noGrp="1"/>
          </p:cNvSpPr>
          <p:nvPr>
            <p:ph type="body" sz="quarter" idx="13" hasCustomPrompt="1"/>
          </p:nvPr>
        </p:nvSpPr>
        <p:spPr>
          <a:xfrm>
            <a:off x="2200564" y="2361261"/>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2200564" y="3361068"/>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1875680" y="4454509"/>
            <a:ext cx="219331" cy="219680"/>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テキスト プレースホルダー 12"/>
          <p:cNvSpPr>
            <a:spLocks noGrp="1"/>
          </p:cNvSpPr>
          <p:nvPr>
            <p:ph type="body" sz="quarter" idx="25" hasCustomPrompt="1"/>
          </p:nvPr>
        </p:nvSpPr>
        <p:spPr>
          <a:xfrm>
            <a:off x="2200564" y="4360875"/>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99167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Cliquez pour modifier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p:cNvSpPr>
            <a:spLocks noGrp="1" noChangeArrowheads="1"/>
          </p:cNvSpPr>
          <p:nvPr>
            <p:ph type="dt" sz="half" idx="10"/>
          </p:nvPr>
        </p:nvSpPr>
        <p:spPr>
          <a:xfrm>
            <a:off x="914400" y="6248400"/>
            <a:ext cx="2540000" cy="457200"/>
          </a:xfrm>
          <a:prstGeom prst="rect">
            <a:avLst/>
          </a:prstGeom>
          <a:ln/>
        </p:spPr>
        <p:txBody>
          <a:bodyPr/>
          <a:lstStyle>
            <a:lvl1pPr>
              <a:defRPr/>
            </a:lvl1pPr>
          </a:lstStyle>
          <a:p>
            <a:pPr>
              <a:defRPr/>
            </a:pPr>
            <a:fld id="{41F055E2-4CEA-4D70-8717-2290B7F354D9}" type="datetime1">
              <a:rPr lang="fr-FR" smtClean="0"/>
              <a:t>11/12/2021</a:t>
            </a:fld>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fld id="{9898806E-25C7-4B54-AFEF-FD5B422ADCD8}" type="slidenum">
              <a:rPr lang="fr-FR" altLang="fr-FR"/>
              <a:pPr/>
              <a:t>‹#›</a:t>
            </a:fld>
            <a:endParaRPr lang="fr-FR" altLang="fr-FR"/>
          </a:p>
        </p:txBody>
      </p:sp>
    </p:spTree>
    <p:extLst>
      <p:ext uri="{BB962C8B-B14F-4D97-AF65-F5344CB8AC3E}">
        <p14:creationId xmlns:p14="http://schemas.microsoft.com/office/powerpoint/2010/main" val="27773186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 Keywords and Descriptions">
    <p:spTree>
      <p:nvGrpSpPr>
        <p:cNvPr id="1" name=""/>
        <p:cNvGrpSpPr/>
        <p:nvPr/>
      </p:nvGrpSpPr>
      <p:grpSpPr>
        <a:xfrm>
          <a:off x="0" y="0"/>
          <a:ext cx="0" cy="0"/>
          <a:chOff x="0" y="0"/>
          <a:chExt cx="0" cy="0"/>
        </a:xfrm>
      </p:grpSpPr>
      <p:sp>
        <p:nvSpPr>
          <p:cNvPr id="38" name="角丸四角形 37"/>
          <p:cNvSpPr/>
          <p:nvPr userDrawn="1"/>
        </p:nvSpPr>
        <p:spPr>
          <a:xfrm>
            <a:off x="831177" y="5275016"/>
            <a:ext cx="10530542" cy="726909"/>
          </a:xfrm>
          <a:prstGeom prst="roundRect">
            <a:avLst>
              <a:gd name="adj" fmla="val 50000"/>
            </a:avLst>
          </a:prstGeom>
          <a:solidFill>
            <a:schemeClr val="accent5">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37" name="角丸四角形 36"/>
          <p:cNvSpPr/>
          <p:nvPr userDrawn="1"/>
        </p:nvSpPr>
        <p:spPr>
          <a:xfrm>
            <a:off x="831177" y="4364761"/>
            <a:ext cx="10530542" cy="726909"/>
          </a:xfrm>
          <a:prstGeom prst="roundRect">
            <a:avLst>
              <a:gd name="adj" fmla="val 50000"/>
            </a:avLst>
          </a:prstGeom>
          <a:solidFill>
            <a:schemeClr val="accent4">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36" name="角丸四角形 35"/>
          <p:cNvSpPr/>
          <p:nvPr userDrawn="1"/>
        </p:nvSpPr>
        <p:spPr>
          <a:xfrm>
            <a:off x="831177" y="1633997"/>
            <a:ext cx="10530542" cy="726909"/>
          </a:xfrm>
          <a:prstGeom prst="roundRect">
            <a:avLst>
              <a:gd name="adj" fmla="val 50000"/>
            </a:avLst>
          </a:prstGeom>
          <a:solidFill>
            <a:schemeClr val="accent1">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35" name="角丸四角形 34"/>
          <p:cNvSpPr/>
          <p:nvPr userDrawn="1"/>
        </p:nvSpPr>
        <p:spPr>
          <a:xfrm>
            <a:off x="831177" y="2544252"/>
            <a:ext cx="10530542" cy="726909"/>
          </a:xfrm>
          <a:prstGeom prst="roundRect">
            <a:avLst>
              <a:gd name="adj" fmla="val 50000"/>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33" name="角丸四角形 32"/>
          <p:cNvSpPr/>
          <p:nvPr userDrawn="1"/>
        </p:nvSpPr>
        <p:spPr>
          <a:xfrm>
            <a:off x="831177" y="3454506"/>
            <a:ext cx="10530542" cy="726909"/>
          </a:xfrm>
          <a:prstGeom prst="roundRect">
            <a:avLst>
              <a:gd name="adj" fmla="val 50000"/>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5" name="円/楕円 4"/>
          <p:cNvSpPr/>
          <p:nvPr userDrawn="1"/>
        </p:nvSpPr>
        <p:spPr>
          <a:xfrm>
            <a:off x="10705880" y="1721621"/>
            <a:ext cx="552048" cy="552000"/>
          </a:xfrm>
          <a:prstGeom prst="ellips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44" name="円/楕円 43"/>
          <p:cNvSpPr/>
          <p:nvPr userDrawn="1"/>
        </p:nvSpPr>
        <p:spPr>
          <a:xfrm>
            <a:off x="10705880" y="2631537"/>
            <a:ext cx="552048" cy="552000"/>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45" name="円/楕円 44"/>
          <p:cNvSpPr/>
          <p:nvPr userDrawn="1"/>
        </p:nvSpPr>
        <p:spPr>
          <a:xfrm>
            <a:off x="10705880" y="3541791"/>
            <a:ext cx="552048" cy="552000"/>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46" name="円/楕円 45"/>
          <p:cNvSpPr/>
          <p:nvPr userDrawn="1"/>
        </p:nvSpPr>
        <p:spPr>
          <a:xfrm>
            <a:off x="10705880" y="4452385"/>
            <a:ext cx="552048" cy="552000"/>
          </a:xfrm>
          <a:prstGeom prst="ellipse">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4"/>
              </a:solidFill>
            </a:endParaRPr>
          </a:p>
        </p:txBody>
      </p:sp>
      <p:sp>
        <p:nvSpPr>
          <p:cNvPr id="47" name="円/楕円 46"/>
          <p:cNvSpPr/>
          <p:nvPr userDrawn="1"/>
        </p:nvSpPr>
        <p:spPr>
          <a:xfrm>
            <a:off x="10705880" y="5362641"/>
            <a:ext cx="552048" cy="552000"/>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2111211" y="1028734"/>
            <a:ext cx="9553890" cy="336037"/>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テキスト プレースホルダー 6"/>
          <p:cNvSpPr>
            <a:spLocks noGrp="1"/>
          </p:cNvSpPr>
          <p:nvPr>
            <p:ph type="body" sz="quarter" idx="16" hasCustomPrompt="1"/>
          </p:nvPr>
        </p:nvSpPr>
        <p:spPr>
          <a:xfrm>
            <a:off x="4615536" y="1637991"/>
            <a:ext cx="5997966" cy="718922"/>
          </a:xfrm>
        </p:spPr>
        <p:txBody>
          <a:bodyPr anchor="ctr">
            <a:normAutofit/>
          </a:bodyPr>
          <a:lstStyle>
            <a:lvl1pPr algn="l">
              <a:defRPr sz="12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4615536" y="2548246"/>
            <a:ext cx="5997966" cy="718922"/>
          </a:xfrm>
        </p:spPr>
        <p:txBody>
          <a:bodyPr anchor="ctr">
            <a:normAutofit/>
          </a:bodyPr>
          <a:lstStyle>
            <a:lvl1pPr algn="l">
              <a:defRPr sz="12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4615536" y="3458500"/>
            <a:ext cx="5997966" cy="718922"/>
          </a:xfrm>
        </p:spPr>
        <p:txBody>
          <a:bodyPr anchor="ctr">
            <a:normAutofit/>
          </a:bodyPr>
          <a:lstStyle>
            <a:lvl1pPr algn="l">
              <a:defRPr sz="12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4615536" y="4368755"/>
            <a:ext cx="5997966" cy="718922"/>
          </a:xfrm>
        </p:spPr>
        <p:txBody>
          <a:bodyPr anchor="ctr">
            <a:normAutofit/>
          </a:bodyPr>
          <a:lstStyle>
            <a:lvl1pPr algn="l">
              <a:defRPr sz="12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6" hasCustomPrompt="1"/>
          </p:nvPr>
        </p:nvSpPr>
        <p:spPr>
          <a:xfrm>
            <a:off x="4615536" y="5279010"/>
            <a:ext cx="5997966" cy="718922"/>
          </a:xfrm>
        </p:spPr>
        <p:txBody>
          <a:bodyPr anchor="ctr">
            <a:normAutofit/>
          </a:bodyPr>
          <a:lstStyle>
            <a:lvl1pPr algn="l">
              <a:defRPr sz="1200" i="0" baseline="0">
                <a:solidFill>
                  <a:schemeClr val="tx2"/>
                </a:solidFill>
                <a:latin typeface="+mn-lt"/>
              </a:defRPr>
            </a:lvl1pPr>
          </a:lstStyle>
          <a:p>
            <a:pPr lvl="0"/>
            <a:r>
              <a:rPr kumimoji="1" lang="en-US" altLang="ja-JP" dirty="0"/>
              <a:t>Text goes here</a:t>
            </a:r>
            <a:endParaRPr kumimoji="1" lang="ja-JP" altLang="en-US" dirty="0"/>
          </a:p>
        </p:txBody>
      </p:sp>
      <p:sp>
        <p:nvSpPr>
          <p:cNvPr id="19" name="角丸四角形 18"/>
          <p:cNvSpPr/>
          <p:nvPr userDrawn="1"/>
        </p:nvSpPr>
        <p:spPr>
          <a:xfrm>
            <a:off x="923547" y="1721283"/>
            <a:ext cx="3408340" cy="552339"/>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20" name="角丸四角形 19"/>
          <p:cNvSpPr/>
          <p:nvPr userDrawn="1"/>
        </p:nvSpPr>
        <p:spPr>
          <a:xfrm>
            <a:off x="923547" y="2631537"/>
            <a:ext cx="3408340" cy="552339"/>
          </a:xfrm>
          <a:prstGeom prst="roundRect">
            <a:avLst>
              <a:gd name="adj" fmla="val 50000"/>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21" name="角丸四角形 20"/>
          <p:cNvSpPr/>
          <p:nvPr userDrawn="1"/>
        </p:nvSpPr>
        <p:spPr>
          <a:xfrm>
            <a:off x="923547" y="5362302"/>
            <a:ext cx="3408340" cy="552339"/>
          </a:xfrm>
          <a:prstGeom prst="roundRect">
            <a:avLst>
              <a:gd name="adj" fmla="val 50000"/>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23" name="角丸四角形 22"/>
          <p:cNvSpPr/>
          <p:nvPr userDrawn="1"/>
        </p:nvSpPr>
        <p:spPr>
          <a:xfrm>
            <a:off x="923547" y="3541792"/>
            <a:ext cx="3408340" cy="552339"/>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25" name="角丸四角形 24"/>
          <p:cNvSpPr/>
          <p:nvPr userDrawn="1"/>
        </p:nvSpPr>
        <p:spPr>
          <a:xfrm>
            <a:off x="923547" y="4452047"/>
            <a:ext cx="3408340" cy="552339"/>
          </a:xfrm>
          <a:prstGeom prst="roundRect">
            <a:avLst>
              <a:gd name="adj" fmla="val 50000"/>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600" dirty="0">
              <a:solidFill>
                <a:schemeClr val="bg1"/>
              </a:solidFill>
              <a:latin typeface="Route 159 Light" pitchFamily="50" charset="0"/>
            </a:endParaRPr>
          </a:p>
        </p:txBody>
      </p:sp>
      <p:sp>
        <p:nvSpPr>
          <p:cNvPr id="39" name="テキスト プレースホルダー 6"/>
          <p:cNvSpPr>
            <a:spLocks noGrp="1"/>
          </p:cNvSpPr>
          <p:nvPr>
            <p:ph type="body" sz="quarter" idx="27" hasCustomPrompt="1"/>
          </p:nvPr>
        </p:nvSpPr>
        <p:spPr>
          <a:xfrm>
            <a:off x="1120532" y="1815608"/>
            <a:ext cx="3014368" cy="363689"/>
          </a:xfrm>
        </p:spPr>
        <p:txBody>
          <a:bodyPr anchor="ctr">
            <a:noAutofit/>
          </a:bodyPr>
          <a:lstStyle>
            <a:lvl1pPr algn="ctr">
              <a:defRPr sz="1867"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28" hasCustomPrompt="1"/>
          </p:nvPr>
        </p:nvSpPr>
        <p:spPr>
          <a:xfrm>
            <a:off x="1120532" y="5456627"/>
            <a:ext cx="3014368" cy="363689"/>
          </a:xfrm>
        </p:spPr>
        <p:txBody>
          <a:bodyPr anchor="ctr">
            <a:noAutofit/>
          </a:bodyPr>
          <a:lstStyle>
            <a:lvl1pPr algn="ctr">
              <a:defRPr sz="1867"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29" hasCustomPrompt="1"/>
          </p:nvPr>
        </p:nvSpPr>
        <p:spPr>
          <a:xfrm>
            <a:off x="1120532" y="2725862"/>
            <a:ext cx="3014368" cy="363689"/>
          </a:xfrm>
        </p:spPr>
        <p:txBody>
          <a:bodyPr anchor="ctr">
            <a:noAutofit/>
          </a:bodyPr>
          <a:lstStyle>
            <a:lvl1pPr algn="ctr">
              <a:defRPr sz="1867"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2" name="テキスト プレースホルダー 6"/>
          <p:cNvSpPr>
            <a:spLocks noGrp="1"/>
          </p:cNvSpPr>
          <p:nvPr>
            <p:ph type="body" sz="quarter" idx="30" hasCustomPrompt="1"/>
          </p:nvPr>
        </p:nvSpPr>
        <p:spPr>
          <a:xfrm>
            <a:off x="1120532" y="3636116"/>
            <a:ext cx="3014368" cy="363689"/>
          </a:xfrm>
        </p:spPr>
        <p:txBody>
          <a:bodyPr anchor="ctr">
            <a:noAutofit/>
          </a:bodyPr>
          <a:lstStyle>
            <a:lvl1pPr algn="ctr">
              <a:defRPr sz="1867"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31" hasCustomPrompt="1"/>
          </p:nvPr>
        </p:nvSpPr>
        <p:spPr>
          <a:xfrm>
            <a:off x="1120532" y="4546371"/>
            <a:ext cx="3014368" cy="363689"/>
          </a:xfrm>
        </p:spPr>
        <p:txBody>
          <a:bodyPr anchor="ctr">
            <a:noAutofit/>
          </a:bodyPr>
          <a:lstStyle>
            <a:lvl1pPr algn="ctr">
              <a:defRPr sz="1867"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43965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39">
                                            <p:txEl>
                                              <p:pRg st="0" end="0"/>
                                            </p:txEl>
                                          </p:spTgt>
                                        </p:tgtEl>
                                        <p:attrNameLst>
                                          <p:attrName>style.visibility</p:attrName>
                                        </p:attrNameLst>
                                      </p:cBhvr>
                                      <p:to>
                                        <p:strVal val="visible"/>
                                      </p:to>
                                    </p:set>
                                    <p:anim calcmode="lin" valueType="num">
                                      <p:cBhvr additive="base">
                                        <p:cTn id="19" dur="75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250"/>
                            </p:stCondLst>
                            <p:childTnLst>
                              <p:par>
                                <p:cTn id="22" presetID="16" presetClass="entr" presetSubtype="37" fill="hold" grpId="0" nodeType="after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barn(outVertical)">
                                      <p:cBhvr>
                                        <p:cTn id="24" dur="500"/>
                                        <p:tgtEl>
                                          <p:spTgt spid="36"/>
                                        </p:tgtEl>
                                      </p:cBhvr>
                                    </p:animEffect>
                                  </p:childTnLst>
                                </p:cTn>
                              </p:par>
                            </p:childTnLst>
                          </p:cTn>
                        </p:par>
                        <p:par>
                          <p:cTn id="25" fill="hold">
                            <p:stCondLst>
                              <p:cond delay="1750"/>
                            </p:stCondLst>
                            <p:childTnLst>
                              <p:par>
                                <p:cTn id="26" presetID="22" presetClass="entr" presetSubtype="8" fill="hold" grpId="0" nodeType="afterEffect">
                                  <p:stCondLst>
                                    <p:cond delay="250"/>
                                  </p:stCondLst>
                                  <p:childTnLst>
                                    <p:set>
                                      <p:cBhvr>
                                        <p:cTn id="27" dur="1" fill="hold">
                                          <p:stCondLst>
                                            <p:cond delay="0"/>
                                          </p:stCondLst>
                                        </p:cTn>
                                        <p:tgtEl>
                                          <p:spTgt spid="18">
                                            <p:txEl>
                                              <p:pRg st="0" end="0"/>
                                            </p:txEl>
                                          </p:spTgt>
                                        </p:tgtEl>
                                        <p:attrNameLst>
                                          <p:attrName>style.visibility</p:attrName>
                                        </p:attrNameLst>
                                      </p:cBhvr>
                                      <p:to>
                                        <p:strVal val="visible"/>
                                      </p:to>
                                    </p:set>
                                    <p:animEffect transition="in" filter="wipe(left)">
                                      <p:cBhvr>
                                        <p:cTn id="28" dur="500"/>
                                        <p:tgtEl>
                                          <p:spTgt spid="18">
                                            <p:txEl>
                                              <p:pRg st="0" end="0"/>
                                            </p:txEl>
                                          </p:spTgt>
                                        </p:tgtEl>
                                      </p:cBhvr>
                                    </p:animEffect>
                                  </p:childTnLst>
                                </p:cTn>
                              </p:par>
                              <p:par>
                                <p:cTn id="29" presetID="2" presetClass="entr" presetSubtype="8" decel="10000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10" presetClass="entr" presetSubtype="0" fill="hold" grpId="1"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750"/>
                                        <p:tgtEl>
                                          <p:spTgt spid="5"/>
                                        </p:tgtEl>
                                      </p:cBhvr>
                                    </p:animEffect>
                                  </p:childTnLst>
                                </p:cTn>
                              </p:par>
                            </p:childTnLst>
                          </p:cTn>
                        </p:par>
                        <p:par>
                          <p:cTn id="36" fill="hold">
                            <p:stCondLst>
                              <p:cond delay="2750"/>
                            </p:stCondLst>
                            <p:childTnLst>
                              <p:par>
                                <p:cTn id="37" presetID="2" presetClass="entr" presetSubtype="4" decel="100000" fill="hold" grpId="0" nodeType="afterEffect">
                                  <p:stCondLst>
                                    <p:cond delay="25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250"/>
                                  </p:stCondLst>
                                  <p:childTnLst>
                                    <p:set>
                                      <p:cBhvr>
                                        <p:cTn id="42" dur="1" fill="hold">
                                          <p:stCondLst>
                                            <p:cond delay="0"/>
                                          </p:stCondLst>
                                        </p:cTn>
                                        <p:tgtEl>
                                          <p:spTgt spid="41">
                                            <p:txEl>
                                              <p:pRg st="0" end="0"/>
                                            </p:txEl>
                                          </p:spTgt>
                                        </p:tgtEl>
                                        <p:attrNameLst>
                                          <p:attrName>style.visibility</p:attrName>
                                        </p:attrNameLst>
                                      </p:cBhvr>
                                      <p:to>
                                        <p:strVal val="visible"/>
                                      </p:to>
                                    </p:set>
                                    <p:anim calcmode="lin" valueType="num">
                                      <p:cBhvr additive="base">
                                        <p:cTn id="43"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44" dur="750" fill="hold"/>
                                        <p:tgtEl>
                                          <p:spTgt spid="41">
                                            <p:txEl>
                                              <p:pRg st="0" end="0"/>
                                            </p:txEl>
                                          </p:spTgt>
                                        </p:tgtEl>
                                        <p:attrNameLst>
                                          <p:attrName>ppt_y</p:attrName>
                                        </p:attrNameLst>
                                      </p:cBhvr>
                                      <p:tavLst>
                                        <p:tav tm="0">
                                          <p:val>
                                            <p:strVal val="1+#ppt_h/2"/>
                                          </p:val>
                                        </p:tav>
                                        <p:tav tm="100000">
                                          <p:val>
                                            <p:strVal val="#ppt_y"/>
                                          </p:val>
                                        </p:tav>
                                      </p:tavLst>
                                    </p:anim>
                                  </p:childTnLst>
                                </p:cTn>
                              </p:par>
                            </p:childTnLst>
                          </p:cTn>
                        </p:par>
                        <p:par>
                          <p:cTn id="45" fill="hold">
                            <p:stCondLst>
                              <p:cond delay="375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4250"/>
                            </p:stCondLst>
                            <p:childTnLst>
                              <p:par>
                                <p:cTn id="50" presetID="22" presetClass="entr" presetSubtype="8" fill="hold" grpId="0" nodeType="afterEffect">
                                  <p:stCondLst>
                                    <p:cond delay="25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left)">
                                      <p:cBhvr>
                                        <p:cTn id="52" dur="500"/>
                                        <p:tgtEl>
                                          <p:spTgt spid="22">
                                            <p:txEl>
                                              <p:pRg st="0" end="0"/>
                                            </p:txEl>
                                          </p:spTgt>
                                        </p:tgtEl>
                                      </p:cBhvr>
                                    </p:animEffect>
                                  </p:childTnLst>
                                </p:cTn>
                              </p:par>
                              <p:par>
                                <p:cTn id="53" presetID="2" presetClass="entr" presetSubtype="8" decel="10000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1000" fill="hold"/>
                                        <p:tgtEl>
                                          <p:spTgt spid="44"/>
                                        </p:tgtEl>
                                        <p:attrNameLst>
                                          <p:attrName>ppt_x</p:attrName>
                                        </p:attrNameLst>
                                      </p:cBhvr>
                                      <p:tavLst>
                                        <p:tav tm="0">
                                          <p:val>
                                            <p:strVal val="0-#ppt_w/2"/>
                                          </p:val>
                                        </p:tav>
                                        <p:tav tm="100000">
                                          <p:val>
                                            <p:strVal val="#ppt_x"/>
                                          </p:val>
                                        </p:tav>
                                      </p:tavLst>
                                    </p:anim>
                                    <p:anim calcmode="lin" valueType="num">
                                      <p:cBhvr additive="base">
                                        <p:cTn id="56" dur="1000" fill="hold"/>
                                        <p:tgtEl>
                                          <p:spTgt spid="44"/>
                                        </p:tgtEl>
                                        <p:attrNameLst>
                                          <p:attrName>ppt_y</p:attrName>
                                        </p:attrNameLst>
                                      </p:cBhvr>
                                      <p:tavLst>
                                        <p:tav tm="0">
                                          <p:val>
                                            <p:strVal val="#ppt_y"/>
                                          </p:val>
                                        </p:tav>
                                        <p:tav tm="100000">
                                          <p:val>
                                            <p:strVal val="#ppt_y"/>
                                          </p:val>
                                        </p:tav>
                                      </p:tavLst>
                                    </p:anim>
                                  </p:childTnLst>
                                </p:cTn>
                              </p:par>
                              <p:par>
                                <p:cTn id="57" presetID="10" presetClass="entr" presetSubtype="0" fill="hold" grpId="1"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750"/>
                                        <p:tgtEl>
                                          <p:spTgt spid="44"/>
                                        </p:tgtEl>
                                      </p:cBhvr>
                                    </p:animEffect>
                                  </p:childTnLst>
                                </p:cTn>
                              </p:par>
                            </p:childTnLst>
                          </p:cTn>
                        </p:par>
                        <p:par>
                          <p:cTn id="60" fill="hold">
                            <p:stCondLst>
                              <p:cond delay="5250"/>
                            </p:stCondLst>
                            <p:childTnLst>
                              <p:par>
                                <p:cTn id="61" presetID="2" presetClass="entr" presetSubtype="4" decel="100000" fill="hold" grpId="0" nodeType="afterEffect">
                                  <p:stCondLst>
                                    <p:cond delay="25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750" fill="hold"/>
                                        <p:tgtEl>
                                          <p:spTgt spid="23"/>
                                        </p:tgtEl>
                                        <p:attrNameLst>
                                          <p:attrName>ppt_x</p:attrName>
                                        </p:attrNameLst>
                                      </p:cBhvr>
                                      <p:tavLst>
                                        <p:tav tm="0">
                                          <p:val>
                                            <p:strVal val="#ppt_x"/>
                                          </p:val>
                                        </p:tav>
                                        <p:tav tm="100000">
                                          <p:val>
                                            <p:strVal val="#ppt_x"/>
                                          </p:val>
                                        </p:tav>
                                      </p:tavLst>
                                    </p:anim>
                                    <p:anim calcmode="lin" valueType="num">
                                      <p:cBhvr additive="base">
                                        <p:cTn id="64" dur="75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decel="100000" fill="hold" grpId="0" nodeType="withEffect">
                                  <p:stCondLst>
                                    <p:cond delay="250"/>
                                  </p:stCondLst>
                                  <p:childTnLst>
                                    <p:set>
                                      <p:cBhvr>
                                        <p:cTn id="66" dur="1" fill="hold">
                                          <p:stCondLst>
                                            <p:cond delay="0"/>
                                          </p:stCondLst>
                                        </p:cTn>
                                        <p:tgtEl>
                                          <p:spTgt spid="42">
                                            <p:txEl>
                                              <p:pRg st="0" end="0"/>
                                            </p:txEl>
                                          </p:spTgt>
                                        </p:tgtEl>
                                        <p:attrNameLst>
                                          <p:attrName>style.visibility</p:attrName>
                                        </p:attrNameLst>
                                      </p:cBhvr>
                                      <p:to>
                                        <p:strVal val="visible"/>
                                      </p:to>
                                    </p:set>
                                    <p:anim calcmode="lin" valueType="num">
                                      <p:cBhvr additive="base">
                                        <p:cTn id="67" dur="75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68" dur="750" fill="hold"/>
                                        <p:tgtEl>
                                          <p:spTgt spid="42">
                                            <p:txEl>
                                              <p:pRg st="0" end="0"/>
                                            </p:txEl>
                                          </p:spTgt>
                                        </p:tgtEl>
                                        <p:attrNameLst>
                                          <p:attrName>ppt_y</p:attrName>
                                        </p:attrNameLst>
                                      </p:cBhvr>
                                      <p:tavLst>
                                        <p:tav tm="0">
                                          <p:val>
                                            <p:strVal val="1+#ppt_h/2"/>
                                          </p:val>
                                        </p:tav>
                                        <p:tav tm="100000">
                                          <p:val>
                                            <p:strVal val="#ppt_y"/>
                                          </p:val>
                                        </p:tav>
                                      </p:tavLst>
                                    </p:anim>
                                  </p:childTnLst>
                                </p:cTn>
                              </p:par>
                            </p:childTnLst>
                          </p:cTn>
                        </p:par>
                        <p:par>
                          <p:cTn id="69" fill="hold">
                            <p:stCondLst>
                              <p:cond delay="6250"/>
                            </p:stCondLst>
                            <p:childTnLst>
                              <p:par>
                                <p:cTn id="70" presetID="16" presetClass="entr" presetSubtype="37"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barn(outVertical)">
                                      <p:cBhvr>
                                        <p:cTn id="72" dur="500"/>
                                        <p:tgtEl>
                                          <p:spTgt spid="33"/>
                                        </p:tgtEl>
                                      </p:cBhvr>
                                    </p:animEffect>
                                  </p:childTnLst>
                                </p:cTn>
                              </p:par>
                            </p:childTnLst>
                          </p:cTn>
                        </p:par>
                        <p:par>
                          <p:cTn id="73" fill="hold">
                            <p:stCondLst>
                              <p:cond delay="6750"/>
                            </p:stCondLst>
                            <p:childTnLst>
                              <p:par>
                                <p:cTn id="74" presetID="22" presetClass="entr" presetSubtype="8" fill="hold" grpId="0" nodeType="afterEffect">
                                  <p:stCondLst>
                                    <p:cond delay="250"/>
                                  </p:stCondLst>
                                  <p:childTnLst>
                                    <p:set>
                                      <p:cBhvr>
                                        <p:cTn id="75" dur="1" fill="hold">
                                          <p:stCondLst>
                                            <p:cond delay="0"/>
                                          </p:stCondLst>
                                        </p:cTn>
                                        <p:tgtEl>
                                          <p:spTgt spid="24">
                                            <p:txEl>
                                              <p:pRg st="0" end="0"/>
                                            </p:txEl>
                                          </p:spTgt>
                                        </p:tgtEl>
                                        <p:attrNameLst>
                                          <p:attrName>style.visibility</p:attrName>
                                        </p:attrNameLst>
                                      </p:cBhvr>
                                      <p:to>
                                        <p:strVal val="visible"/>
                                      </p:to>
                                    </p:set>
                                    <p:animEffect transition="in" filter="wipe(left)">
                                      <p:cBhvr>
                                        <p:cTn id="76" dur="500"/>
                                        <p:tgtEl>
                                          <p:spTgt spid="24">
                                            <p:txEl>
                                              <p:pRg st="0" end="0"/>
                                            </p:txEl>
                                          </p:spTgt>
                                        </p:tgtEl>
                                      </p:cBhvr>
                                    </p:animEffect>
                                  </p:childTnLst>
                                </p:cTn>
                              </p:par>
                              <p:par>
                                <p:cTn id="77" presetID="2" presetClass="entr" presetSubtype="8" decel="10000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 calcmode="lin" valueType="num">
                                      <p:cBhvr additive="base">
                                        <p:cTn id="79" dur="1000" fill="hold"/>
                                        <p:tgtEl>
                                          <p:spTgt spid="45"/>
                                        </p:tgtEl>
                                        <p:attrNameLst>
                                          <p:attrName>ppt_x</p:attrName>
                                        </p:attrNameLst>
                                      </p:cBhvr>
                                      <p:tavLst>
                                        <p:tav tm="0">
                                          <p:val>
                                            <p:strVal val="0-#ppt_w/2"/>
                                          </p:val>
                                        </p:tav>
                                        <p:tav tm="100000">
                                          <p:val>
                                            <p:strVal val="#ppt_x"/>
                                          </p:val>
                                        </p:tav>
                                      </p:tavLst>
                                    </p:anim>
                                    <p:anim calcmode="lin" valueType="num">
                                      <p:cBhvr additive="base">
                                        <p:cTn id="80" dur="1000" fill="hold"/>
                                        <p:tgtEl>
                                          <p:spTgt spid="45"/>
                                        </p:tgtEl>
                                        <p:attrNameLst>
                                          <p:attrName>ppt_y</p:attrName>
                                        </p:attrNameLst>
                                      </p:cBhvr>
                                      <p:tavLst>
                                        <p:tav tm="0">
                                          <p:val>
                                            <p:strVal val="#ppt_y"/>
                                          </p:val>
                                        </p:tav>
                                        <p:tav tm="100000">
                                          <p:val>
                                            <p:strVal val="#ppt_y"/>
                                          </p:val>
                                        </p:tav>
                                      </p:tavLst>
                                    </p:anim>
                                  </p:childTnLst>
                                </p:cTn>
                              </p:par>
                              <p:par>
                                <p:cTn id="81" presetID="10" presetClass="entr" presetSubtype="0" fill="hold" grpId="1"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750"/>
                                        <p:tgtEl>
                                          <p:spTgt spid="45"/>
                                        </p:tgtEl>
                                      </p:cBhvr>
                                    </p:animEffect>
                                  </p:childTnLst>
                                </p:cTn>
                              </p:par>
                            </p:childTnLst>
                          </p:cTn>
                        </p:par>
                        <p:par>
                          <p:cTn id="84" fill="hold">
                            <p:stCondLst>
                              <p:cond delay="7750"/>
                            </p:stCondLst>
                            <p:childTnLst>
                              <p:par>
                                <p:cTn id="85" presetID="2" presetClass="entr" presetSubtype="4" decel="100000" fill="hold" grpId="0" nodeType="afterEffect">
                                  <p:stCondLst>
                                    <p:cond delay="25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750" fill="hold"/>
                                        <p:tgtEl>
                                          <p:spTgt spid="25"/>
                                        </p:tgtEl>
                                        <p:attrNameLst>
                                          <p:attrName>ppt_x</p:attrName>
                                        </p:attrNameLst>
                                      </p:cBhvr>
                                      <p:tavLst>
                                        <p:tav tm="0">
                                          <p:val>
                                            <p:strVal val="#ppt_x"/>
                                          </p:val>
                                        </p:tav>
                                        <p:tav tm="100000">
                                          <p:val>
                                            <p:strVal val="#ppt_x"/>
                                          </p:val>
                                        </p:tav>
                                      </p:tavLst>
                                    </p:anim>
                                    <p:anim calcmode="lin" valueType="num">
                                      <p:cBhvr additive="base">
                                        <p:cTn id="88" dur="750" fill="hold"/>
                                        <p:tgtEl>
                                          <p:spTgt spid="25"/>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250"/>
                                  </p:stCondLst>
                                  <p:childTnLst>
                                    <p:set>
                                      <p:cBhvr>
                                        <p:cTn id="90" dur="1" fill="hold">
                                          <p:stCondLst>
                                            <p:cond delay="0"/>
                                          </p:stCondLst>
                                        </p:cTn>
                                        <p:tgtEl>
                                          <p:spTgt spid="43">
                                            <p:txEl>
                                              <p:pRg st="0" end="0"/>
                                            </p:txEl>
                                          </p:spTgt>
                                        </p:tgtEl>
                                        <p:attrNameLst>
                                          <p:attrName>style.visibility</p:attrName>
                                        </p:attrNameLst>
                                      </p:cBhvr>
                                      <p:to>
                                        <p:strVal val="visible"/>
                                      </p:to>
                                    </p:set>
                                    <p:anim calcmode="lin" valueType="num">
                                      <p:cBhvr additive="base">
                                        <p:cTn id="91" dur="75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92" dur="750" fill="hold"/>
                                        <p:tgtEl>
                                          <p:spTgt spid="43">
                                            <p:txEl>
                                              <p:pRg st="0" end="0"/>
                                            </p:txEl>
                                          </p:spTgt>
                                        </p:tgtEl>
                                        <p:attrNameLst>
                                          <p:attrName>ppt_y</p:attrName>
                                        </p:attrNameLst>
                                      </p:cBhvr>
                                      <p:tavLst>
                                        <p:tav tm="0">
                                          <p:val>
                                            <p:strVal val="1+#ppt_h/2"/>
                                          </p:val>
                                        </p:tav>
                                        <p:tav tm="100000">
                                          <p:val>
                                            <p:strVal val="#ppt_y"/>
                                          </p:val>
                                        </p:tav>
                                      </p:tavLst>
                                    </p:anim>
                                  </p:childTnLst>
                                </p:cTn>
                              </p:par>
                            </p:childTnLst>
                          </p:cTn>
                        </p:par>
                        <p:par>
                          <p:cTn id="93" fill="hold">
                            <p:stCondLst>
                              <p:cond delay="8750"/>
                            </p:stCondLst>
                            <p:childTnLst>
                              <p:par>
                                <p:cTn id="94" presetID="16" presetClass="entr" presetSubtype="37"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barn(outVertical)">
                                      <p:cBhvr>
                                        <p:cTn id="96" dur="500"/>
                                        <p:tgtEl>
                                          <p:spTgt spid="37"/>
                                        </p:tgtEl>
                                      </p:cBhvr>
                                    </p:animEffect>
                                  </p:childTnLst>
                                </p:cTn>
                              </p:par>
                            </p:childTnLst>
                          </p:cTn>
                        </p:par>
                        <p:par>
                          <p:cTn id="97" fill="hold">
                            <p:stCondLst>
                              <p:cond delay="9250"/>
                            </p:stCondLst>
                            <p:childTnLst>
                              <p:par>
                                <p:cTn id="98" presetID="22" presetClass="entr" presetSubtype="8" fill="hold" grpId="0" nodeType="afterEffect">
                                  <p:stCondLst>
                                    <p:cond delay="250"/>
                                  </p:stCondLst>
                                  <p:childTnLst>
                                    <p:set>
                                      <p:cBhvr>
                                        <p:cTn id="99" dur="1" fill="hold">
                                          <p:stCondLst>
                                            <p:cond delay="0"/>
                                          </p:stCondLst>
                                        </p:cTn>
                                        <p:tgtEl>
                                          <p:spTgt spid="26">
                                            <p:txEl>
                                              <p:pRg st="0" end="0"/>
                                            </p:txEl>
                                          </p:spTgt>
                                        </p:tgtEl>
                                        <p:attrNameLst>
                                          <p:attrName>style.visibility</p:attrName>
                                        </p:attrNameLst>
                                      </p:cBhvr>
                                      <p:to>
                                        <p:strVal val="visible"/>
                                      </p:to>
                                    </p:set>
                                    <p:animEffect transition="in" filter="wipe(left)">
                                      <p:cBhvr>
                                        <p:cTn id="100" dur="500"/>
                                        <p:tgtEl>
                                          <p:spTgt spid="26">
                                            <p:txEl>
                                              <p:pRg st="0" end="0"/>
                                            </p:txEl>
                                          </p:spTgt>
                                        </p:tgtEl>
                                      </p:cBhvr>
                                    </p:animEffect>
                                  </p:childTnLst>
                                </p:cTn>
                              </p:par>
                              <p:par>
                                <p:cTn id="101" presetID="2" presetClass="entr" presetSubtype="8" decel="10000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 calcmode="lin" valueType="num">
                                      <p:cBhvr additive="base">
                                        <p:cTn id="103" dur="1000" fill="hold"/>
                                        <p:tgtEl>
                                          <p:spTgt spid="46"/>
                                        </p:tgtEl>
                                        <p:attrNameLst>
                                          <p:attrName>ppt_x</p:attrName>
                                        </p:attrNameLst>
                                      </p:cBhvr>
                                      <p:tavLst>
                                        <p:tav tm="0">
                                          <p:val>
                                            <p:strVal val="0-#ppt_w/2"/>
                                          </p:val>
                                        </p:tav>
                                        <p:tav tm="100000">
                                          <p:val>
                                            <p:strVal val="#ppt_x"/>
                                          </p:val>
                                        </p:tav>
                                      </p:tavLst>
                                    </p:anim>
                                    <p:anim calcmode="lin" valueType="num">
                                      <p:cBhvr additive="base">
                                        <p:cTn id="104" dur="1000" fill="hold"/>
                                        <p:tgtEl>
                                          <p:spTgt spid="46"/>
                                        </p:tgtEl>
                                        <p:attrNameLst>
                                          <p:attrName>ppt_y</p:attrName>
                                        </p:attrNameLst>
                                      </p:cBhvr>
                                      <p:tavLst>
                                        <p:tav tm="0">
                                          <p:val>
                                            <p:strVal val="#ppt_y"/>
                                          </p:val>
                                        </p:tav>
                                        <p:tav tm="100000">
                                          <p:val>
                                            <p:strVal val="#ppt_y"/>
                                          </p:val>
                                        </p:tav>
                                      </p:tavLst>
                                    </p:anim>
                                  </p:childTnLst>
                                </p:cTn>
                              </p:par>
                              <p:par>
                                <p:cTn id="105" presetID="10" presetClass="entr" presetSubtype="0" fill="hold" grpId="1"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750"/>
                                        <p:tgtEl>
                                          <p:spTgt spid="46"/>
                                        </p:tgtEl>
                                      </p:cBhvr>
                                    </p:animEffect>
                                  </p:childTnLst>
                                </p:cTn>
                              </p:par>
                            </p:childTnLst>
                          </p:cTn>
                        </p:par>
                        <p:par>
                          <p:cTn id="108" fill="hold">
                            <p:stCondLst>
                              <p:cond delay="10250"/>
                            </p:stCondLst>
                            <p:childTnLst>
                              <p:par>
                                <p:cTn id="109" presetID="2" presetClass="entr" presetSubtype="4" decel="100000" fill="hold" grpId="0" nodeType="afterEffect">
                                  <p:stCondLst>
                                    <p:cond delay="250"/>
                                  </p:stCondLst>
                                  <p:childTnLst>
                                    <p:set>
                                      <p:cBhvr>
                                        <p:cTn id="110" dur="1" fill="hold">
                                          <p:stCondLst>
                                            <p:cond delay="0"/>
                                          </p:stCondLst>
                                        </p:cTn>
                                        <p:tgtEl>
                                          <p:spTgt spid="21"/>
                                        </p:tgtEl>
                                        <p:attrNameLst>
                                          <p:attrName>style.visibility</p:attrName>
                                        </p:attrNameLst>
                                      </p:cBhvr>
                                      <p:to>
                                        <p:strVal val="visible"/>
                                      </p:to>
                                    </p:set>
                                    <p:anim calcmode="lin" valueType="num">
                                      <p:cBhvr additive="base">
                                        <p:cTn id="111" dur="750" fill="hold"/>
                                        <p:tgtEl>
                                          <p:spTgt spid="21"/>
                                        </p:tgtEl>
                                        <p:attrNameLst>
                                          <p:attrName>ppt_x</p:attrName>
                                        </p:attrNameLst>
                                      </p:cBhvr>
                                      <p:tavLst>
                                        <p:tav tm="0">
                                          <p:val>
                                            <p:strVal val="#ppt_x"/>
                                          </p:val>
                                        </p:tav>
                                        <p:tav tm="100000">
                                          <p:val>
                                            <p:strVal val="#ppt_x"/>
                                          </p:val>
                                        </p:tav>
                                      </p:tavLst>
                                    </p:anim>
                                    <p:anim calcmode="lin" valueType="num">
                                      <p:cBhvr additive="base">
                                        <p:cTn id="112" dur="750" fill="hold"/>
                                        <p:tgtEl>
                                          <p:spTgt spid="21"/>
                                        </p:tgtEl>
                                        <p:attrNameLst>
                                          <p:attrName>ppt_y</p:attrName>
                                        </p:attrNameLst>
                                      </p:cBhvr>
                                      <p:tavLst>
                                        <p:tav tm="0">
                                          <p:val>
                                            <p:strVal val="1+#ppt_h/2"/>
                                          </p:val>
                                        </p:tav>
                                        <p:tav tm="100000">
                                          <p:val>
                                            <p:strVal val="#ppt_y"/>
                                          </p:val>
                                        </p:tav>
                                      </p:tavLst>
                                    </p:anim>
                                  </p:childTnLst>
                                </p:cTn>
                              </p:par>
                              <p:par>
                                <p:cTn id="113" presetID="2" presetClass="entr" presetSubtype="4" decel="100000" fill="hold" grpId="0" nodeType="withEffect">
                                  <p:stCondLst>
                                    <p:cond delay="250"/>
                                  </p:stCondLst>
                                  <p:childTnLst>
                                    <p:set>
                                      <p:cBhvr>
                                        <p:cTn id="114" dur="1" fill="hold">
                                          <p:stCondLst>
                                            <p:cond delay="0"/>
                                          </p:stCondLst>
                                        </p:cTn>
                                        <p:tgtEl>
                                          <p:spTgt spid="40">
                                            <p:txEl>
                                              <p:pRg st="0" end="0"/>
                                            </p:txEl>
                                          </p:spTgt>
                                        </p:tgtEl>
                                        <p:attrNameLst>
                                          <p:attrName>style.visibility</p:attrName>
                                        </p:attrNameLst>
                                      </p:cBhvr>
                                      <p:to>
                                        <p:strVal val="visible"/>
                                      </p:to>
                                    </p:set>
                                    <p:anim calcmode="lin" valueType="num">
                                      <p:cBhvr additive="base">
                                        <p:cTn id="115" dur="75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116" dur="75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117" fill="hold">
                            <p:stCondLst>
                              <p:cond delay="11250"/>
                            </p:stCondLst>
                            <p:childTnLst>
                              <p:par>
                                <p:cTn id="118" presetID="16" presetClass="entr" presetSubtype="37" fill="hold" grpId="0" nodeType="after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barn(outVertical)">
                                      <p:cBhvr>
                                        <p:cTn id="120" dur="500"/>
                                        <p:tgtEl>
                                          <p:spTgt spid="38"/>
                                        </p:tgtEl>
                                      </p:cBhvr>
                                    </p:animEffect>
                                  </p:childTnLst>
                                </p:cTn>
                              </p:par>
                            </p:childTnLst>
                          </p:cTn>
                        </p:par>
                        <p:par>
                          <p:cTn id="121" fill="hold">
                            <p:stCondLst>
                              <p:cond delay="11750"/>
                            </p:stCondLst>
                            <p:childTnLst>
                              <p:par>
                                <p:cTn id="122" presetID="22" presetClass="entr" presetSubtype="8" fill="hold" grpId="0" nodeType="afterEffect">
                                  <p:stCondLst>
                                    <p:cond delay="250"/>
                                  </p:stCondLst>
                                  <p:childTnLst>
                                    <p:set>
                                      <p:cBhvr>
                                        <p:cTn id="123" dur="1" fill="hold">
                                          <p:stCondLst>
                                            <p:cond delay="0"/>
                                          </p:stCondLst>
                                        </p:cTn>
                                        <p:tgtEl>
                                          <p:spTgt spid="28">
                                            <p:txEl>
                                              <p:pRg st="0" end="0"/>
                                            </p:txEl>
                                          </p:spTgt>
                                        </p:tgtEl>
                                        <p:attrNameLst>
                                          <p:attrName>style.visibility</p:attrName>
                                        </p:attrNameLst>
                                      </p:cBhvr>
                                      <p:to>
                                        <p:strVal val="visible"/>
                                      </p:to>
                                    </p:set>
                                    <p:animEffect transition="in" filter="wipe(left)">
                                      <p:cBhvr>
                                        <p:cTn id="124" dur="500"/>
                                        <p:tgtEl>
                                          <p:spTgt spid="28">
                                            <p:txEl>
                                              <p:pRg st="0" end="0"/>
                                            </p:txEl>
                                          </p:spTgt>
                                        </p:tgtEl>
                                      </p:cBhvr>
                                    </p:animEffect>
                                  </p:childTnLst>
                                </p:cTn>
                              </p:par>
                              <p:par>
                                <p:cTn id="125" presetID="2" presetClass="entr" presetSubtype="8" decel="100000" fill="hold" grpId="0" nodeType="withEffect">
                                  <p:stCondLst>
                                    <p:cond delay="0"/>
                                  </p:stCondLst>
                                  <p:childTnLst>
                                    <p:set>
                                      <p:cBhvr>
                                        <p:cTn id="126" dur="1" fill="hold">
                                          <p:stCondLst>
                                            <p:cond delay="0"/>
                                          </p:stCondLst>
                                        </p:cTn>
                                        <p:tgtEl>
                                          <p:spTgt spid="47"/>
                                        </p:tgtEl>
                                        <p:attrNameLst>
                                          <p:attrName>style.visibility</p:attrName>
                                        </p:attrNameLst>
                                      </p:cBhvr>
                                      <p:to>
                                        <p:strVal val="visible"/>
                                      </p:to>
                                    </p:set>
                                    <p:anim calcmode="lin" valueType="num">
                                      <p:cBhvr additive="base">
                                        <p:cTn id="127" dur="1000" fill="hold"/>
                                        <p:tgtEl>
                                          <p:spTgt spid="47"/>
                                        </p:tgtEl>
                                        <p:attrNameLst>
                                          <p:attrName>ppt_x</p:attrName>
                                        </p:attrNameLst>
                                      </p:cBhvr>
                                      <p:tavLst>
                                        <p:tav tm="0">
                                          <p:val>
                                            <p:strVal val="0-#ppt_w/2"/>
                                          </p:val>
                                        </p:tav>
                                        <p:tav tm="100000">
                                          <p:val>
                                            <p:strVal val="#ppt_x"/>
                                          </p:val>
                                        </p:tav>
                                      </p:tavLst>
                                    </p:anim>
                                    <p:anim calcmode="lin" valueType="num">
                                      <p:cBhvr additive="base">
                                        <p:cTn id="128" dur="1000" fill="hold"/>
                                        <p:tgtEl>
                                          <p:spTgt spid="47"/>
                                        </p:tgtEl>
                                        <p:attrNameLst>
                                          <p:attrName>ppt_y</p:attrName>
                                        </p:attrNameLst>
                                      </p:cBhvr>
                                      <p:tavLst>
                                        <p:tav tm="0">
                                          <p:val>
                                            <p:strVal val="#ppt_y"/>
                                          </p:val>
                                        </p:tav>
                                        <p:tav tm="100000">
                                          <p:val>
                                            <p:strVal val="#ppt_y"/>
                                          </p:val>
                                        </p:tav>
                                      </p:tavLst>
                                    </p:anim>
                                  </p:childTnLst>
                                </p:cTn>
                              </p:par>
                              <p:par>
                                <p:cTn id="129" presetID="10" presetClass="entr" presetSubtype="0" fill="hold" grpId="1"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5" grpId="0" animBg="1"/>
      <p:bldP spid="33" grpId="0" animBg="1"/>
      <p:bldP spid="5" grpId="0" animBg="1"/>
      <p:bldP spid="5" grpId="1" animBg="1"/>
      <p:bldP spid="44" grpId="0" animBg="1"/>
      <p:bldP spid="44" grpId="1" animBg="1"/>
      <p:bldP spid="45" grpId="0" animBg="1"/>
      <p:bldP spid="45" grpId="1" animBg="1"/>
      <p:bldP spid="46" grpId="0" animBg="1"/>
      <p:bldP spid="46" grpId="1" animBg="1"/>
      <p:bldP spid="47" grpId="0" animBg="1"/>
      <p:bldP spid="47"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8" grpId="0" build="p">
        <p:tmplLst>
          <p:tmpl lvl="1">
            <p:tnLst>
              <p:par>
                <p:cTn presetID="22" presetClass="entr" presetSubtype="8" fill="hold" nodeType="after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2" grpId="0" build="p">
        <p:tmplLst>
          <p:tmpl lvl="1">
            <p:tnLst>
              <p:par>
                <p:cTn presetID="22" presetClass="entr" presetSubtype="8"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4" grpId="0" build="p">
        <p:tmplLst>
          <p:tmpl lvl="1">
            <p:tnLst>
              <p:par>
                <p:cTn presetID="22" presetClass="entr" presetSubtype="8" fill="hold" nodeType="afterEffect">
                  <p:stCondLst>
                    <p:cond delay="25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6" grpId="0" build="p">
        <p:tmplLst>
          <p:tmpl lvl="1">
            <p:tnLst>
              <p:par>
                <p:cTn presetID="22" presetClass="entr" presetSubtype="8"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8" grpId="0" build="p">
        <p:tmplLst>
          <p:tmpl lvl="1">
            <p:tnLst>
              <p:par>
                <p:cTn presetID="22" presetClass="entr" presetSubtype="8" fill="hold" nodeType="afterEffect">
                  <p:stCondLst>
                    <p:cond delay="25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19" grpId="0" animBg="1"/>
      <p:bldP spid="20" grpId="0" animBg="1"/>
      <p:bldP spid="21" grpId="0" animBg="1"/>
      <p:bldP spid="23" grpId="0" animBg="1"/>
      <p:bldP spid="25" grpId="0" animBg="1"/>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fill="hold"/>
                        <p:tgtEl>
                          <p:spTgt spid="39"/>
                        </p:tgtEl>
                        <p:attrNameLst>
                          <p:attrName>ppt_x</p:attrName>
                        </p:attrNameLst>
                      </p:cBhvr>
                      <p:tavLst>
                        <p:tav tm="0">
                          <p:val>
                            <p:strVal val="#ppt_x"/>
                          </p:val>
                        </p:tav>
                        <p:tav tm="100000">
                          <p:val>
                            <p:strVal val="#ppt_x"/>
                          </p:val>
                        </p:tav>
                      </p:tavLst>
                    </p:anim>
                    <p:anim calcmode="lin" valueType="num">
                      <p:cBhvr additive="base">
                        <p:cTn dur="750" fill="hold"/>
                        <p:tgtEl>
                          <p:spTgt spid="39"/>
                        </p:tgtEl>
                        <p:attrNameLst>
                          <p:attrName>ppt_y</p:attrName>
                        </p:attrNameLst>
                      </p:cBhvr>
                      <p:tavLst>
                        <p:tav tm="0">
                          <p:val>
                            <p:strVal val="1+#ppt_h/2"/>
                          </p:val>
                        </p:tav>
                        <p:tav tm="100000">
                          <p:val>
                            <p:strVal val="#ppt_y"/>
                          </p:val>
                        </p:tav>
                      </p:tavLst>
                    </p:anim>
                  </p:childTnLst>
                </p:cTn>
              </p:par>
            </p:tnLst>
          </p:tmpl>
        </p:tmplLst>
      </p:bldP>
      <p:bldP spid="40" grpId="0" build="p">
        <p:tmplLst>
          <p:tmpl lvl="1">
            <p:tnLst>
              <p:par>
                <p:cTn presetID="2" presetClass="entr" presetSubtype="4" decel="100000" fill="hold" nodeType="withEffect">
                  <p:stCondLst>
                    <p:cond delay="25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750" fill="hold"/>
                        <p:tgtEl>
                          <p:spTgt spid="40"/>
                        </p:tgtEl>
                        <p:attrNameLst>
                          <p:attrName>ppt_x</p:attrName>
                        </p:attrNameLst>
                      </p:cBhvr>
                      <p:tavLst>
                        <p:tav tm="0">
                          <p:val>
                            <p:strVal val="#ppt_x"/>
                          </p:val>
                        </p:tav>
                        <p:tav tm="100000">
                          <p:val>
                            <p:strVal val="#ppt_x"/>
                          </p:val>
                        </p:tav>
                      </p:tavLst>
                    </p:anim>
                    <p:anim calcmode="lin" valueType="num">
                      <p:cBhvr additive="base">
                        <p:cTn dur="750" fill="hold"/>
                        <p:tgtEl>
                          <p:spTgt spid="40"/>
                        </p:tgtEl>
                        <p:attrNameLst>
                          <p:attrName>ppt_y</p:attrName>
                        </p:attrNameLst>
                      </p:cBhvr>
                      <p:tavLst>
                        <p:tav tm="0">
                          <p:val>
                            <p:strVal val="1+#ppt_h/2"/>
                          </p:val>
                        </p:tav>
                        <p:tav tm="100000">
                          <p:val>
                            <p:strVal val="#ppt_y"/>
                          </p:val>
                        </p:tav>
                      </p:tavLst>
                    </p:anim>
                  </p:childTnLst>
                </p:cTn>
              </p:par>
            </p:tnLst>
          </p:tmpl>
        </p:tmplLst>
      </p:bldP>
      <p:bldP spid="41" grpId="0" build="p">
        <p:tmplLst>
          <p:tmpl lvl="1">
            <p:tnLst>
              <p:par>
                <p:cTn presetID="2" presetClass="entr" presetSubtype="4" decel="100000" fill="hold" nodeType="with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1+#ppt_h/2"/>
                          </p:val>
                        </p:tav>
                        <p:tav tm="100000">
                          <p:val>
                            <p:strVal val="#ppt_y"/>
                          </p:val>
                        </p:tav>
                      </p:tavLst>
                    </p:anim>
                  </p:childTnLst>
                </p:cTn>
              </p:par>
            </p:tnLst>
          </p:tmpl>
        </p:tmplLst>
      </p:bldP>
      <p:bldP spid="42" grpId="0" build="p">
        <p:tmplLst>
          <p:tmpl lvl="1">
            <p:tnLst>
              <p:par>
                <p:cTn presetID="2" presetClass="entr" presetSubtype="4" decel="100000" fill="hold" nodeType="with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fill="hold"/>
                        <p:tgtEl>
                          <p:spTgt spid="42"/>
                        </p:tgtEl>
                        <p:attrNameLst>
                          <p:attrName>ppt_x</p:attrName>
                        </p:attrNameLst>
                      </p:cBhvr>
                      <p:tavLst>
                        <p:tav tm="0">
                          <p:val>
                            <p:strVal val="#ppt_x"/>
                          </p:val>
                        </p:tav>
                        <p:tav tm="100000">
                          <p:val>
                            <p:strVal val="#ppt_x"/>
                          </p:val>
                        </p:tav>
                      </p:tavLst>
                    </p:anim>
                    <p:anim calcmode="lin" valueType="num">
                      <p:cBhvr additive="base">
                        <p:cTn dur="750" fill="hold"/>
                        <p:tgtEl>
                          <p:spTgt spid="42"/>
                        </p:tgtEl>
                        <p:attrNameLst>
                          <p:attrName>ppt_y</p:attrName>
                        </p:attrNameLst>
                      </p:cBhvr>
                      <p:tavLst>
                        <p:tav tm="0">
                          <p:val>
                            <p:strVal val="1+#ppt_h/2"/>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fill="hold"/>
                        <p:tgtEl>
                          <p:spTgt spid="43"/>
                        </p:tgtEl>
                        <p:attrNameLst>
                          <p:attrName>ppt_x</p:attrName>
                        </p:attrNameLst>
                      </p:cBhvr>
                      <p:tavLst>
                        <p:tav tm="0">
                          <p:val>
                            <p:strVal val="#ppt_x"/>
                          </p:val>
                        </p:tav>
                        <p:tav tm="100000">
                          <p:val>
                            <p:strVal val="#ppt_x"/>
                          </p:val>
                        </p:tav>
                      </p:tavLst>
                    </p:anim>
                    <p:anim calcmode="lin" valueType="num">
                      <p:cBhvr additive="base">
                        <p:cTn dur="750" fill="hold"/>
                        <p:tgtEl>
                          <p:spTgt spid="4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4400" y="2648572"/>
            <a:ext cx="10363200" cy="1057333"/>
          </a:xfrm>
        </p:spPr>
        <p:txBody>
          <a:bodyPr anchor="t">
            <a:noAutofit/>
          </a:bodyPr>
          <a:lstStyle>
            <a:lvl1pPr algn="ctr">
              <a:defRPr sz="64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 name="サブタイトル 2"/>
          <p:cNvSpPr>
            <a:spLocks noGrp="1"/>
          </p:cNvSpPr>
          <p:nvPr>
            <p:ph type="subTitle" idx="1" hasCustomPrompt="1"/>
          </p:nvPr>
        </p:nvSpPr>
        <p:spPr>
          <a:xfrm>
            <a:off x="910974" y="5685251"/>
            <a:ext cx="10370052" cy="1008112"/>
          </a:xfrm>
        </p:spPr>
        <p:txBody>
          <a:bodyPr>
            <a:normAutofit/>
          </a:bodyPr>
          <a:lstStyle>
            <a:lvl1pPr marL="0" indent="0" algn="ctr">
              <a:buNone/>
              <a:defRPr sz="1333">
                <a:solidFill>
                  <a:schemeClr val="tx1">
                    <a:tint val="75000"/>
                  </a:schemeClr>
                </a:solidFill>
                <a:latin typeface="+mj-lt"/>
              </a:defRPr>
            </a:lvl1pPr>
            <a:lvl2pPr marL="544278" indent="0" algn="ctr">
              <a:buNone/>
              <a:defRPr>
                <a:solidFill>
                  <a:schemeClr val="tx1">
                    <a:tint val="75000"/>
                  </a:schemeClr>
                </a:solidFill>
              </a:defRPr>
            </a:lvl2pPr>
            <a:lvl3pPr marL="1088556" indent="0" algn="ctr">
              <a:buNone/>
              <a:defRPr>
                <a:solidFill>
                  <a:schemeClr val="tx1">
                    <a:tint val="75000"/>
                  </a:schemeClr>
                </a:solidFill>
              </a:defRPr>
            </a:lvl3pPr>
            <a:lvl4pPr marL="1632834" indent="0" algn="ctr">
              <a:buNone/>
              <a:defRPr>
                <a:solidFill>
                  <a:schemeClr val="tx1">
                    <a:tint val="75000"/>
                  </a:schemeClr>
                </a:solidFill>
              </a:defRPr>
            </a:lvl4pPr>
            <a:lvl5pPr marL="2177112" indent="0" algn="ctr">
              <a:buNone/>
              <a:defRPr>
                <a:solidFill>
                  <a:schemeClr val="tx1">
                    <a:tint val="75000"/>
                  </a:schemeClr>
                </a:solidFill>
              </a:defRPr>
            </a:lvl5pPr>
            <a:lvl6pPr marL="2721391" indent="0" algn="ctr">
              <a:buNone/>
              <a:defRPr>
                <a:solidFill>
                  <a:schemeClr val="tx1">
                    <a:tint val="75000"/>
                  </a:schemeClr>
                </a:solidFill>
              </a:defRPr>
            </a:lvl6pPr>
            <a:lvl7pPr marL="3265669" indent="0" algn="ctr">
              <a:buNone/>
              <a:defRPr>
                <a:solidFill>
                  <a:schemeClr val="tx1">
                    <a:tint val="75000"/>
                  </a:schemeClr>
                </a:solidFill>
              </a:defRPr>
            </a:lvl7pPr>
            <a:lvl8pPr marL="3809946" indent="0" algn="ctr">
              <a:buNone/>
              <a:defRPr>
                <a:solidFill>
                  <a:schemeClr val="tx1">
                    <a:tint val="75000"/>
                  </a:schemeClr>
                </a:solidFill>
              </a:defRPr>
            </a:lvl8pPr>
            <a:lvl9pPr marL="4354225" indent="0" algn="ctr">
              <a:buNone/>
              <a:defRPr>
                <a:solidFill>
                  <a:schemeClr val="tx1">
                    <a:tint val="75000"/>
                  </a:schemeClr>
                </a:solidFill>
              </a:defRPr>
            </a:lvl9pPr>
          </a:lstStyle>
          <a:p>
            <a:r>
              <a:rPr kumimoji="1" lang="en-US" altLang="ja-JP" dirty="0"/>
              <a:t>Information</a:t>
            </a:r>
            <a:endParaRPr kumimoji="1" lang="ja-JP" altLang="en-US" dirty="0"/>
          </a:p>
        </p:txBody>
      </p:sp>
      <p:sp>
        <p:nvSpPr>
          <p:cNvPr id="9" name="テキスト プレースホルダー 8"/>
          <p:cNvSpPr>
            <a:spLocks noGrp="1"/>
          </p:cNvSpPr>
          <p:nvPr>
            <p:ph type="body" sz="quarter" idx="10" hasCustomPrompt="1"/>
          </p:nvPr>
        </p:nvSpPr>
        <p:spPr>
          <a:xfrm>
            <a:off x="910974" y="3669060"/>
            <a:ext cx="10370052" cy="576031"/>
          </a:xfrm>
        </p:spPr>
        <p:txBody>
          <a:bodyPr anchor="b">
            <a:noAutofit/>
          </a:bodyPr>
          <a:lstStyle>
            <a:lvl1pPr algn="ctr">
              <a:defRPr sz="2667">
                <a:solidFill>
                  <a:schemeClr val="tx2"/>
                </a:solidFill>
                <a:latin typeface="Route 159 UltraLight" pitchFamily="50" charset="0"/>
              </a:defRPr>
            </a:lvl1pPr>
          </a:lstStyle>
          <a:p>
            <a:pPr lvl="0"/>
            <a:r>
              <a:rPr kumimoji="1" lang="en-US" altLang="ja-JP" dirty="0"/>
              <a:t>Subtitle goes here</a:t>
            </a:r>
            <a:endParaRPr kumimoji="1" lang="ja-JP" altLang="en-US" dirty="0"/>
          </a:p>
        </p:txBody>
      </p:sp>
      <p:grpSp>
        <p:nvGrpSpPr>
          <p:cNvPr id="6" name="グループ化 5"/>
          <p:cNvGrpSpPr/>
          <p:nvPr/>
        </p:nvGrpSpPr>
        <p:grpSpPr>
          <a:xfrm>
            <a:off x="5730640" y="5397219"/>
            <a:ext cx="725488" cy="125685"/>
            <a:chOff x="8595214" y="6592642"/>
            <a:chExt cx="1088138" cy="188527"/>
          </a:xfrm>
        </p:grpSpPr>
        <p:sp>
          <p:nvSpPr>
            <p:cNvPr id="24" name="円/楕円 23"/>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sp>
          <p:nvSpPr>
            <p:cNvPr id="25" name="円/楕円 24"/>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sp>
          <p:nvSpPr>
            <p:cNvPr id="26" name="円/楕円 25"/>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a:p>
          </p:txBody>
        </p:sp>
      </p:grpSp>
      <p:sp>
        <p:nvSpPr>
          <p:cNvPr id="4" name="円/楕円 3"/>
          <p:cNvSpPr/>
          <p:nvPr/>
        </p:nvSpPr>
        <p:spPr>
          <a:xfrm>
            <a:off x="4693247" y="1661411"/>
            <a:ext cx="57611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2" name="円/楕円 11"/>
          <p:cNvSpPr/>
          <p:nvPr/>
        </p:nvSpPr>
        <p:spPr>
          <a:xfrm>
            <a:off x="5436378" y="1661411"/>
            <a:ext cx="576114" cy="576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3" name="円/楕円 12"/>
          <p:cNvSpPr/>
          <p:nvPr/>
        </p:nvSpPr>
        <p:spPr>
          <a:xfrm>
            <a:off x="6179508" y="1661411"/>
            <a:ext cx="576114" cy="57606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
        <p:nvSpPr>
          <p:cNvPr id="14" name="円/楕円 13"/>
          <p:cNvSpPr/>
          <p:nvPr/>
        </p:nvSpPr>
        <p:spPr>
          <a:xfrm>
            <a:off x="6922638" y="1661411"/>
            <a:ext cx="576114" cy="57606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p>
        </p:txBody>
      </p:sp>
    </p:spTree>
    <p:extLst>
      <p:ext uri="{BB962C8B-B14F-4D97-AF65-F5344CB8AC3E}">
        <p14:creationId xmlns:p14="http://schemas.microsoft.com/office/powerpoint/2010/main" val="397389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par>
                          <p:cTn id="17" fill="hold">
                            <p:stCondLst>
                              <p:cond delay="2000"/>
                            </p:stCondLst>
                            <p:childTnLst>
                              <p:par>
                                <p:cTn id="18" presetID="2" presetClass="entr" presetSubtype="2" decel="100000" fill="hold" grpId="0" nodeType="afterEffect">
                                  <p:stCondLst>
                                    <p:cond delay="0"/>
                                  </p:stCondLst>
                                  <p:iterate type="wd">
                                    <p:tmPct val="10000"/>
                                  </p:iterate>
                                  <p:childTnLst>
                                    <p:set>
                                      <p:cBhvr>
                                        <p:cTn id="19" dur="1" fill="hold">
                                          <p:stCondLst>
                                            <p:cond delay="0"/>
                                          </p:stCondLst>
                                        </p:cTn>
                                        <p:tgtEl>
                                          <p:spTgt spid="9">
                                            <p:txEl>
                                              <p:pRg st="0" end="0"/>
                                            </p:txEl>
                                          </p:spTgt>
                                        </p:tgtEl>
                                        <p:attrNameLst>
                                          <p:attrName>style.visibility</p:attrName>
                                        </p:attrNameLst>
                                      </p:cBhvr>
                                      <p:to>
                                        <p:strVal val="visible"/>
                                      </p:to>
                                    </p:set>
                                    <p:anim calcmode="lin" valueType="num">
                                      <p:cBhvr additive="base">
                                        <p:cTn id="20"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1" dur="750" fill="hold"/>
                                        <p:tgtEl>
                                          <p:spTgt spid="9">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8" decel="100000" fill="hold" grpId="0" nodeType="withEffect">
                                  <p:stCondLst>
                                    <p:cond delay="0"/>
                                  </p:stCondLst>
                                  <p:iterate type="lt">
                                    <p:tmPct val="10000"/>
                                  </p:iterate>
                                  <p:childTnLst>
                                    <p:set>
                                      <p:cBhvr>
                                        <p:cTn id="23" dur="1" fill="hold">
                                          <p:stCondLst>
                                            <p:cond delay="0"/>
                                          </p:stCondLst>
                                        </p:cTn>
                                        <p:tgtEl>
                                          <p:spTgt spid="2"/>
                                        </p:tgtEl>
                                        <p:attrNameLst>
                                          <p:attrName>style.visibility</p:attrName>
                                        </p:attrNameLst>
                                      </p:cBhvr>
                                      <p:to>
                                        <p:strVal val="visible"/>
                                      </p:to>
                                    </p:set>
                                    <p:anim calcmode="lin" valueType="num">
                                      <p:cBhvr additive="base">
                                        <p:cTn id="24" dur="750" fill="hold"/>
                                        <p:tgtEl>
                                          <p:spTgt spid="2"/>
                                        </p:tgtEl>
                                        <p:attrNameLst>
                                          <p:attrName>ppt_x</p:attrName>
                                        </p:attrNameLst>
                                      </p:cBhvr>
                                      <p:tavLst>
                                        <p:tav tm="0">
                                          <p:val>
                                            <p:strVal val="0-#ppt_w/2"/>
                                          </p:val>
                                        </p:tav>
                                        <p:tav tm="100000">
                                          <p:val>
                                            <p:strVal val="#ppt_x"/>
                                          </p:val>
                                        </p:tav>
                                      </p:tavLst>
                                    </p:anim>
                                    <p:anim calcmode="lin" valueType="num">
                                      <p:cBhvr additive="base">
                                        <p:cTn id="25" dur="750" fill="hold"/>
                                        <p:tgtEl>
                                          <p:spTgt spid="2"/>
                                        </p:tgtEl>
                                        <p:attrNameLst>
                                          <p:attrName>ppt_y</p:attrName>
                                        </p:attrNameLst>
                                      </p:cBhvr>
                                      <p:tavLst>
                                        <p:tav tm="0">
                                          <p:val>
                                            <p:strVal val="#ppt_y"/>
                                          </p:val>
                                        </p:tav>
                                        <p:tav tm="100000">
                                          <p:val>
                                            <p:strVal val="#ppt_y"/>
                                          </p:val>
                                        </p:tav>
                                      </p:tavLst>
                                    </p:anim>
                                  </p:childTnLst>
                                </p:cTn>
                              </p:par>
                            </p:childTnLst>
                          </p:cTn>
                        </p:par>
                        <p:par>
                          <p:cTn id="26" fill="hold">
                            <p:stCondLst>
                              <p:cond delay="3950"/>
                            </p:stCondLst>
                            <p:childTnLst>
                              <p:par>
                                <p:cTn id="27" presetID="10" presetClass="entr" presetSubtype="0" fill="hold" nodeType="afterEffect">
                                  <p:stCondLst>
                                    <p:cond delay="5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4950"/>
                            </p:stCondLst>
                            <p:childTnLst>
                              <p:par>
                                <p:cTn id="31" presetID="10" presetClass="entr" presetSubtype="0" fill="hold" grpId="0" nodeType="after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4" grpId="0" animBg="1"/>
      <p:bldP spid="12" grpId="0" animBg="1"/>
      <p:bldP spid="13" grpId="0" animBg="1"/>
      <p:bldP spid="14"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a:xfrm>
            <a:off x="4038600" y="6356350"/>
            <a:ext cx="4114800" cy="365125"/>
          </a:xfrm>
          <a:prstGeom prst="rect">
            <a:avLst/>
          </a:prstGeom>
        </p:spPr>
        <p:txBody>
          <a:bodyPr/>
          <a:lstStyle/>
          <a:p>
            <a:endParaRPr lang="en-US" dirty="0"/>
          </a:p>
        </p:txBody>
      </p:sp>
      <p:sp>
        <p:nvSpPr>
          <p:cNvPr id="4" name="スライド番号プレースホルダー 3"/>
          <p:cNvSpPr>
            <a:spLocks noGrp="1"/>
          </p:cNvSpPr>
          <p:nvPr>
            <p:ph type="sldNum" sz="quarter" idx="11"/>
          </p:nvPr>
        </p:nvSpPr>
        <p:spPr>
          <a:xfrm>
            <a:off x="8610600" y="6356350"/>
            <a:ext cx="2743200" cy="365125"/>
          </a:xfrm>
          <a:prstGeom prst="rect">
            <a:avLst/>
          </a:prstGeom>
        </p:spPr>
        <p:txBody>
          <a:bodyPr/>
          <a:lstStyle/>
          <a:p>
            <a:fld id="{03EB59E2-90B9-4CD3-AC74-D672227E13C3}" type="slidenum">
              <a:rPr lang="en-US" smtClean="0"/>
              <a:pPr/>
              <a:t>‹#›</a:t>
            </a:fld>
            <a:endParaRPr lang="en-US" dirty="0"/>
          </a:p>
        </p:txBody>
      </p:sp>
      <p:sp>
        <p:nvSpPr>
          <p:cNvPr id="5" name="円/楕円 4"/>
          <p:cNvSpPr/>
          <p:nvPr userDrawn="1"/>
        </p:nvSpPr>
        <p:spPr>
          <a:xfrm>
            <a:off x="1875680" y="1928652"/>
            <a:ext cx="219331" cy="219680"/>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4"/>
          <p:cNvSpPr/>
          <p:nvPr userDrawn="1"/>
        </p:nvSpPr>
        <p:spPr>
          <a:xfrm>
            <a:off x="1875680" y="2928459"/>
            <a:ext cx="219331" cy="219680"/>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p>
        </p:txBody>
      </p:sp>
      <p:sp>
        <p:nvSpPr>
          <p:cNvPr id="7" name="テキスト プレースホルダー 12"/>
          <p:cNvSpPr>
            <a:spLocks noGrp="1"/>
          </p:cNvSpPr>
          <p:nvPr>
            <p:ph type="body" sz="quarter" idx="13" hasCustomPrompt="1"/>
          </p:nvPr>
        </p:nvSpPr>
        <p:spPr>
          <a:xfrm>
            <a:off x="2200564" y="1835018"/>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2200564" y="2834825"/>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1875680" y="3928266"/>
            <a:ext cx="219331" cy="219680"/>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テキスト プレースホルダー 12"/>
          <p:cNvSpPr>
            <a:spLocks noGrp="1"/>
          </p:cNvSpPr>
          <p:nvPr>
            <p:ph type="body" sz="quarter" idx="25" hasCustomPrompt="1"/>
          </p:nvPr>
        </p:nvSpPr>
        <p:spPr>
          <a:xfrm>
            <a:off x="2200564" y="3834632"/>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
        <p:nvSpPr>
          <p:cNvPr id="11" name="円/楕円 4"/>
          <p:cNvSpPr/>
          <p:nvPr userDrawn="1"/>
        </p:nvSpPr>
        <p:spPr>
          <a:xfrm>
            <a:off x="1875680" y="4928073"/>
            <a:ext cx="219331" cy="219680"/>
          </a:xfrm>
          <a:prstGeom prst="rect">
            <a:avLst/>
          </a:prstGeom>
          <a:solidFill>
            <a:schemeClr val="accent5"/>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2" name="テキスト プレースホルダー 12"/>
          <p:cNvSpPr>
            <a:spLocks noGrp="1"/>
          </p:cNvSpPr>
          <p:nvPr>
            <p:ph type="body" sz="quarter" idx="26" hasCustomPrompt="1"/>
          </p:nvPr>
        </p:nvSpPr>
        <p:spPr>
          <a:xfrm>
            <a:off x="2200564" y="4834439"/>
            <a:ext cx="7959436" cy="817324"/>
          </a:xfrm>
        </p:spPr>
        <p:txBody>
          <a:bodyPr anchor="t">
            <a:noAutofit/>
          </a:bodyPr>
          <a:lstStyle>
            <a:lvl1pPr>
              <a:lnSpc>
                <a:spcPct val="130000"/>
              </a:lnSpc>
              <a:spcBef>
                <a:spcPts val="0"/>
              </a:spcBef>
              <a:defRPr sz="16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10908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par>
                          <p:cTn id="34" fill="hold">
                            <p:stCondLst>
                              <p:cond delay="2750"/>
                            </p:stCondLst>
                            <p:childTnLst>
                              <p:par>
                                <p:cTn id="35" presetID="49" presetClass="entr" presetSubtype="0" decel="100000" fill="hold" grpId="0" nodeType="afterEffect">
                                  <p:stCondLst>
                                    <p:cond delay="25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 calcmode="lin" valueType="num">
                                      <p:cBhvr>
                                        <p:cTn id="39" dur="500" fill="hold"/>
                                        <p:tgtEl>
                                          <p:spTgt spid="11"/>
                                        </p:tgtEl>
                                        <p:attrNameLst>
                                          <p:attrName>style.rotation</p:attrName>
                                        </p:attrNameLst>
                                      </p:cBhvr>
                                      <p:tavLst>
                                        <p:tav tm="0">
                                          <p:val>
                                            <p:fltVal val="360"/>
                                          </p:val>
                                        </p:tav>
                                        <p:tav tm="100000">
                                          <p:val>
                                            <p:fltVal val="0"/>
                                          </p:val>
                                        </p:tav>
                                      </p:tavLst>
                                    </p:anim>
                                    <p:animEffect transition="in" filter="fade">
                                      <p:cBhvr>
                                        <p:cTn id="40" dur="500"/>
                                        <p:tgtEl>
                                          <p:spTgt spid="11"/>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wipe(left)">
                                      <p:cBhvr>
                                        <p:cTn id="4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build="p">
        <p:tmplLst>
          <p:tmpl lvl="1">
            <p:tnLst>
              <p:par>
                <p:cTn presetID="22" presetClass="entr" presetSubtype="8"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 Colum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7" name="テキスト プレースホルダー 6"/>
          <p:cNvSpPr>
            <a:spLocks noGrp="1"/>
          </p:cNvSpPr>
          <p:nvPr>
            <p:ph type="body" sz="quarter" idx="13" hasCustomPrompt="1"/>
          </p:nvPr>
        </p:nvSpPr>
        <p:spPr>
          <a:xfrm>
            <a:off x="2111211" y="1028734"/>
            <a:ext cx="9553890" cy="336037"/>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p:nvSpPr>
        <p:spPr>
          <a:xfrm>
            <a:off x="2159221" y="932723"/>
            <a:ext cx="2160427" cy="4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 name="アーチ 4"/>
          <p:cNvSpPr/>
          <p:nvPr/>
        </p:nvSpPr>
        <p:spPr>
          <a:xfrm rot="3600000">
            <a:off x="777225" y="2340178"/>
            <a:ext cx="994797" cy="994883"/>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3" name="アーチ 12"/>
          <p:cNvSpPr/>
          <p:nvPr/>
        </p:nvSpPr>
        <p:spPr>
          <a:xfrm rot="6618510">
            <a:off x="854950" y="2417910"/>
            <a:ext cx="839345" cy="8394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endParaRPr kumimoji="1" lang="ja-JP" altLang="en-US" sz="1200">
              <a:solidFill>
                <a:schemeClr val="accent6"/>
              </a:solidFill>
            </a:endParaRPr>
          </a:p>
        </p:txBody>
      </p:sp>
      <p:sp>
        <p:nvSpPr>
          <p:cNvPr id="15" name="テキスト プレースホルダー 6"/>
          <p:cNvSpPr>
            <a:spLocks noGrp="1"/>
          </p:cNvSpPr>
          <p:nvPr>
            <p:ph type="body" sz="quarter" idx="15" hasCustomPrompt="1"/>
          </p:nvPr>
        </p:nvSpPr>
        <p:spPr>
          <a:xfrm>
            <a:off x="1348817" y="2497201"/>
            <a:ext cx="4951672" cy="526901"/>
          </a:xfrm>
        </p:spPr>
        <p:txBody>
          <a:bodyPr anchor="b">
            <a:noAutofit/>
          </a:bodyPr>
          <a:lstStyle>
            <a:lvl1pPr algn="l">
              <a:defRPr sz="24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1806200" y="2967985"/>
            <a:ext cx="9292823" cy="2151884"/>
          </a:xfrm>
        </p:spPr>
        <p:txBody>
          <a:bodyPr anchor="t">
            <a:normAutofit/>
          </a:bodyPr>
          <a:lstStyle>
            <a:lvl1pPr algn="l">
              <a:defRPr sz="1333"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49641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0-#ppt_w/2"/>
                                          </p:val>
                                        </p:tav>
                                        <p:tav tm="100000">
                                          <p:val>
                                            <p:strVal val="#ppt_x"/>
                                          </p:val>
                                        </p:tav>
                                      </p:tavLst>
                                    </p:anim>
                                    <p:anim calcmode="lin" valueType="num">
                                      <p:cBhvr additive="base">
                                        <p:cTn id="20" dur="750" fill="hold"/>
                                        <p:tgtEl>
                                          <p:spTgt spid="5"/>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50"/>
                                        <p:tgtEl>
                                          <p:spTgt spid="13"/>
                                        </p:tgtEl>
                                      </p:cBhvr>
                                    </p:animEffect>
                                    <p:anim calcmode="lin" valueType="num">
                                      <p:cBhvr>
                                        <p:cTn id="24" dur="750" fill="hold"/>
                                        <p:tgtEl>
                                          <p:spTgt spid="13"/>
                                        </p:tgtEl>
                                        <p:attrNameLst>
                                          <p:attrName>ppt_w</p:attrName>
                                        </p:attrNameLst>
                                      </p:cBhvr>
                                      <p:tavLst>
                                        <p:tav tm="0" fmla="#ppt_w*sin(2.5*pi*$)">
                                          <p:val>
                                            <p:fltVal val="0"/>
                                          </p:val>
                                        </p:tav>
                                        <p:tav tm="100000">
                                          <p:val>
                                            <p:fltVal val="1"/>
                                          </p:val>
                                        </p:tav>
                                      </p:tavLst>
                                    </p:anim>
                                    <p:anim calcmode="lin" valueType="num">
                                      <p:cBhvr>
                                        <p:cTn id="25" dur="750" fill="hold"/>
                                        <p:tgtEl>
                                          <p:spTgt spid="13"/>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50"/>
                                        <p:tgtEl>
                                          <p:spTgt spid="5"/>
                                        </p:tgtEl>
                                      </p:cBhvr>
                                    </p:animEffect>
                                    <p:anim calcmode="lin" valueType="num">
                                      <p:cBhvr>
                                        <p:cTn id="29" dur="750" fill="hold"/>
                                        <p:tgtEl>
                                          <p:spTgt spid="5"/>
                                        </p:tgtEl>
                                        <p:attrNameLst>
                                          <p:attrName>ppt_w</p:attrName>
                                        </p:attrNameLst>
                                      </p:cBhvr>
                                      <p:tavLst>
                                        <p:tav tm="0" fmla="#ppt_w*sin(2.5*pi*$)">
                                          <p:val>
                                            <p:fltVal val="0"/>
                                          </p:val>
                                        </p:tav>
                                        <p:tav tm="100000">
                                          <p:val>
                                            <p:fltVal val="1"/>
                                          </p:val>
                                        </p:tav>
                                      </p:tavLst>
                                    </p:anim>
                                    <p:anim calcmode="lin" valueType="num">
                                      <p:cBhvr>
                                        <p:cTn id="30" dur="75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17">
                                            <p:txEl>
                                              <p:pRg st="0" end="0"/>
                                            </p:txEl>
                                          </p:spTgt>
                                        </p:tgtEl>
                                        <p:attrNameLst>
                                          <p:attrName>style.visibility</p:attrName>
                                        </p:attrNameLst>
                                      </p:cBhvr>
                                      <p:to>
                                        <p:strVal val="visible"/>
                                      </p:to>
                                    </p:set>
                                    <p:anim calcmode="lin" valueType="num">
                                      <p:cBhvr additive="base">
                                        <p:cTn id="38"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13" grpId="0" animBg="1"/>
      <p:bldP spid="13" grpId="1" animBg="1"/>
      <p:bldP spid="1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P spid="1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endParaRPr lang="fr-FR"/>
          </a:p>
        </p:txBody>
      </p:sp>
      <p:sp>
        <p:nvSpPr>
          <p:cNvPr id="4" name="スライド番号プレースホルダー 3"/>
          <p:cNvSpPr>
            <a:spLocks noGrp="1"/>
          </p:cNvSpPr>
          <p:nvPr>
            <p:ph type="sldNum" sz="quarter" idx="11"/>
          </p:nvPr>
        </p:nvSpPr>
        <p:spPr/>
        <p:txBody>
          <a:bodyPr/>
          <a:lstStyle/>
          <a:p>
            <a:fld id="{114C13B2-D80C-4AED-B714-C3D533287FCA}" type="slidenum">
              <a:rPr lang="fr-FR" smtClean="0"/>
              <a:t>‹#›</a:t>
            </a:fld>
            <a:endParaRPr lang="fr-FR"/>
          </a:p>
        </p:txBody>
      </p:sp>
      <p:sp>
        <p:nvSpPr>
          <p:cNvPr id="7" name="テキスト プレースホルダー 6"/>
          <p:cNvSpPr>
            <a:spLocks noGrp="1"/>
          </p:cNvSpPr>
          <p:nvPr>
            <p:ph type="body" sz="quarter" idx="13" hasCustomPrompt="1"/>
          </p:nvPr>
        </p:nvSpPr>
        <p:spPr>
          <a:xfrm>
            <a:off x="2111211" y="1028734"/>
            <a:ext cx="9553890" cy="336037"/>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Tree>
    <p:extLst>
      <p:ext uri="{BB962C8B-B14F-4D97-AF65-F5344CB8AC3E}">
        <p14:creationId xmlns:p14="http://schemas.microsoft.com/office/powerpoint/2010/main" val="129920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5.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 name="タイトル プレースホルダー 1"/>
          <p:cNvSpPr>
            <a:spLocks noGrp="1"/>
          </p:cNvSpPr>
          <p:nvPr>
            <p:ph type="title"/>
          </p:nvPr>
        </p:nvSpPr>
        <p:spPr>
          <a:xfrm>
            <a:off x="2048598" y="164638"/>
            <a:ext cx="9567208"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3" name="円/楕円 12"/>
          <p:cNvSpPr/>
          <p:nvPr/>
        </p:nvSpPr>
        <p:spPr>
          <a:xfrm>
            <a:off x="1555534" y="905648"/>
            <a:ext cx="384076" cy="3840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13"/>
          <p:cNvSpPr/>
          <p:nvPr/>
        </p:nvSpPr>
        <p:spPr>
          <a:xfrm>
            <a:off x="31596" y="0"/>
            <a:ext cx="912180" cy="681270"/>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円/楕円 17"/>
          <p:cNvSpPr/>
          <p:nvPr/>
        </p:nvSpPr>
        <p:spPr>
          <a:xfrm>
            <a:off x="681974" y="681271"/>
            <a:ext cx="528104" cy="52805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円/楕円 18"/>
          <p:cNvSpPr/>
          <p:nvPr/>
        </p:nvSpPr>
        <p:spPr>
          <a:xfrm>
            <a:off x="1207829" y="149092"/>
            <a:ext cx="661953" cy="66189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1" name="円/楕円 2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3" name="円/楕円 22"/>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0"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256780563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740" r:id="rId3"/>
    <p:sldLayoutId id="2147483741" r:id="rId4"/>
    <p:sldLayoutId id="2147483742" r:id="rId5"/>
    <p:sldLayoutId id="2147483664" r:id="rId6"/>
    <p:sldLayoutId id="2147483670" r:id="rId7"/>
    <p:sldLayoutId id="2147483671" r:id="rId8"/>
    <p:sldLayoutId id="2147483672" r:id="rId9"/>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400" fill="hold"/>
                                        <p:tgtEl>
                                          <p:spTgt spid="14"/>
                                        </p:tgtEl>
                                        <p:attrNameLst>
                                          <p:attrName>ppt_x</p:attrName>
                                        </p:attrNameLst>
                                      </p:cBhvr>
                                      <p:tavLst>
                                        <p:tav tm="0">
                                          <p:val>
                                            <p:strVal val="0-#ppt_w/2"/>
                                          </p:val>
                                        </p:tav>
                                        <p:tav tm="100000">
                                          <p:val>
                                            <p:strVal val="#ppt_x"/>
                                          </p:val>
                                        </p:tav>
                                      </p:tavLst>
                                    </p:anim>
                                    <p:anim calcmode="lin" valueType="num">
                                      <p:cBhvr additive="base">
                                        <p:cTn id="11" dur="400" fill="hold"/>
                                        <p:tgtEl>
                                          <p:spTgt spid="14"/>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400" fill="hold"/>
                                        <p:tgtEl>
                                          <p:spTgt spid="18"/>
                                        </p:tgtEl>
                                        <p:attrNameLst>
                                          <p:attrName>ppt_x</p:attrName>
                                        </p:attrNameLst>
                                      </p:cBhvr>
                                      <p:tavLst>
                                        <p:tav tm="0">
                                          <p:val>
                                            <p:strVal val="0-#ppt_w/2"/>
                                          </p:val>
                                        </p:tav>
                                        <p:tav tm="100000">
                                          <p:val>
                                            <p:strVal val="#ppt_x"/>
                                          </p:val>
                                        </p:tav>
                                      </p:tavLst>
                                    </p:anim>
                                    <p:anim calcmode="lin" valueType="num">
                                      <p:cBhvr additive="base">
                                        <p:cTn id="18" dur="400" fill="hold"/>
                                        <p:tgtEl>
                                          <p:spTgt spid="18"/>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fill="hold"/>
                                        <p:tgtEl>
                                          <p:spTgt spid="19"/>
                                        </p:tgtEl>
                                        <p:attrNameLst>
                                          <p:attrName>ppt_x</p:attrName>
                                        </p:attrNameLst>
                                      </p:cBhvr>
                                      <p:tavLst>
                                        <p:tav tm="0">
                                          <p:val>
                                            <p:strVal val="0-#ppt_w/2"/>
                                          </p:val>
                                        </p:tav>
                                        <p:tav tm="100000">
                                          <p:val>
                                            <p:strVal val="#ppt_x"/>
                                          </p:val>
                                        </p:tav>
                                      </p:tavLst>
                                    </p:anim>
                                    <p:anim calcmode="lin" valueType="num">
                                      <p:cBhvr additive="base">
                                        <p:cTn id="25" dur="400" fill="hold"/>
                                        <p:tgtEl>
                                          <p:spTgt spid="19"/>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400" fill="hold"/>
                                        <p:tgtEl>
                                          <p:spTgt spid="13"/>
                                        </p:tgtEl>
                                        <p:attrNameLst>
                                          <p:attrName>ppt_x</p:attrName>
                                        </p:attrNameLst>
                                      </p:cBhvr>
                                      <p:tavLst>
                                        <p:tav tm="0">
                                          <p:val>
                                            <p:strVal val="0-#ppt_w/2"/>
                                          </p:val>
                                        </p:tav>
                                        <p:tav tm="100000">
                                          <p:val>
                                            <p:strVal val="#ppt_x"/>
                                          </p:val>
                                        </p:tav>
                                      </p:tavLst>
                                    </p:anim>
                                    <p:anim calcmode="lin" valueType="num">
                                      <p:cBhvr additive="base">
                                        <p:cTn id="32" dur="400" fill="hold"/>
                                        <p:tgtEl>
                                          <p:spTgt spid="13"/>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4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2" presetClass="entr" presetSubtype="6" decel="100000" fill="hold" grpId="1" nodeType="withEffect">
                                  <p:stCondLst>
                                    <p:cond delay="40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400" fill="hold"/>
                                        <p:tgtEl>
                                          <p:spTgt spid="23"/>
                                        </p:tgtEl>
                                        <p:attrNameLst>
                                          <p:attrName>ppt_x</p:attrName>
                                        </p:attrNameLst>
                                      </p:cBhvr>
                                      <p:tavLst>
                                        <p:tav tm="0">
                                          <p:val>
                                            <p:strVal val="1+#ppt_w/2"/>
                                          </p:val>
                                        </p:tav>
                                        <p:tav tm="100000">
                                          <p:val>
                                            <p:strVal val="#ppt_x"/>
                                          </p:val>
                                        </p:tav>
                                      </p:tavLst>
                                    </p:anim>
                                    <p:anim calcmode="lin" valueType="num">
                                      <p:cBhvr additive="base">
                                        <p:cTn id="39" dur="400" fill="hold"/>
                                        <p:tgtEl>
                                          <p:spTgt spid="23"/>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2" presetClass="entr" presetSubtype="6" decel="100000" fill="hold" grpId="1" nodeType="withEffect">
                                  <p:stCondLst>
                                    <p:cond delay="50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400" fill="hold"/>
                                        <p:tgtEl>
                                          <p:spTgt spid="20"/>
                                        </p:tgtEl>
                                        <p:attrNameLst>
                                          <p:attrName>ppt_x</p:attrName>
                                        </p:attrNameLst>
                                      </p:cBhvr>
                                      <p:tavLst>
                                        <p:tav tm="0">
                                          <p:val>
                                            <p:strVal val="1+#ppt_w/2"/>
                                          </p:val>
                                        </p:tav>
                                        <p:tav tm="100000">
                                          <p:val>
                                            <p:strVal val="#ppt_x"/>
                                          </p:val>
                                        </p:tav>
                                      </p:tavLst>
                                    </p:anim>
                                    <p:anim calcmode="lin" valueType="num">
                                      <p:cBhvr additive="base">
                                        <p:cTn id="46" dur="400" fill="hold"/>
                                        <p:tgtEl>
                                          <p:spTgt spid="20"/>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7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2" presetClass="entr" presetSubtype="6" decel="100000" fill="hold" grpId="1"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400" fill="hold"/>
                                        <p:tgtEl>
                                          <p:spTgt spid="21"/>
                                        </p:tgtEl>
                                        <p:attrNameLst>
                                          <p:attrName>ppt_x</p:attrName>
                                        </p:attrNameLst>
                                      </p:cBhvr>
                                      <p:tavLst>
                                        <p:tav tm="0">
                                          <p:val>
                                            <p:strVal val="1+#ppt_w/2"/>
                                          </p:val>
                                        </p:tav>
                                        <p:tav tm="100000">
                                          <p:val>
                                            <p:strVal val="#ppt_x"/>
                                          </p:val>
                                        </p:tav>
                                      </p:tavLst>
                                    </p:anim>
                                    <p:anim calcmode="lin" valueType="num">
                                      <p:cBhvr additive="base">
                                        <p:cTn id="53" dur="400" fill="hold"/>
                                        <p:tgtEl>
                                          <p:spTgt spid="21"/>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fill="hold"/>
                                        <p:tgtEl>
                                          <p:spTgt spid="2"/>
                                        </p:tgtEl>
                                        <p:attrNameLst>
                                          <p:attrName>ppt_x</p:attrName>
                                        </p:attrNameLst>
                                      </p:cBhvr>
                                      <p:tavLst>
                                        <p:tav tm="0">
                                          <p:val>
                                            <p:strVal val="#ppt_x"/>
                                          </p:val>
                                        </p:tav>
                                        <p:tav tm="100000">
                                          <p:val>
                                            <p:strVal val="#ppt_x"/>
                                          </p:val>
                                        </p:tav>
                                      </p:tavLst>
                                    </p:anim>
                                    <p:anim calcmode="lin" valueType="num">
                                      <p:cBhvr additive="base">
                                        <p:cTn id="6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animBg="1"/>
      <p:bldP spid="13" grpId="1" animBg="1"/>
      <p:bldP spid="14" grpId="0" animBg="1"/>
      <p:bldP spid="14" grpId="1" animBg="1"/>
      <p:bldP spid="18" grpId="0" animBg="1"/>
      <p:bldP spid="18" grpId="1" animBg="1"/>
      <p:bldP spid="19" grpId="0" animBg="1"/>
      <p:bldP spid="19" grpId="1" animBg="1"/>
      <p:bldP spid="21" grpId="0" animBg="1"/>
      <p:bldP spid="21" grpId="1" animBg="1"/>
      <p:bldP spid="23" grpId="0" animBg="1"/>
      <p:bldP spid="23" grpId="1" animBg="1"/>
      <p:bldP spid="20" grpId="0" animBg="1"/>
      <p:bldP spid="20" grpId="1" animBg="1"/>
      <p:bldP spid="6"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Route 159 UltraLight" pitchFamily="50" charset="0"/>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1" y="164638"/>
            <a:ext cx="11006206"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9"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1" name="円/楕円 1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5" name="円/楕円 14"/>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1747530368"/>
      </p:ext>
    </p:extLst>
  </p:cSld>
  <p:clrMap bg1="lt1" tx1="dk1" bg2="lt2" tx2="dk2" accent1="accent1" accent2="accent2" accent3="accent3" accent4="accent4" accent5="accent5" accent6="accent6" hlink="hlink" folHlink="folHlink"/>
  <p:sldLayoutIdLst>
    <p:sldLayoutId id="2147483678" r:id="rId1"/>
    <p:sldLayoutId id="2147483679"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2" presetClass="entr" presetSubtype="6" decel="100000" fill="hold" grpId="1" nodeType="withEffect">
                                  <p:stCondLst>
                                    <p:cond delay="40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400" fill="hold"/>
                                        <p:tgtEl>
                                          <p:spTgt spid="15"/>
                                        </p:tgtEl>
                                        <p:attrNameLst>
                                          <p:attrName>ppt_x</p:attrName>
                                        </p:attrNameLst>
                                      </p:cBhvr>
                                      <p:tavLst>
                                        <p:tav tm="0">
                                          <p:val>
                                            <p:strVal val="1+#ppt_w/2"/>
                                          </p:val>
                                        </p:tav>
                                        <p:tav tm="100000">
                                          <p:val>
                                            <p:strVal val="#ppt_x"/>
                                          </p:val>
                                        </p:tav>
                                      </p:tavLst>
                                    </p:anim>
                                    <p:anim calcmode="lin" valueType="num">
                                      <p:cBhvr additive="base">
                                        <p:cTn id="11" dur="400" fill="hold"/>
                                        <p:tgtEl>
                                          <p:spTgt spid="15"/>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2" presetClass="entr" presetSubtype="6" decel="100000" fill="hold" grpId="1"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400" fill="hold"/>
                                        <p:tgtEl>
                                          <p:spTgt spid="16"/>
                                        </p:tgtEl>
                                        <p:attrNameLst>
                                          <p:attrName>ppt_x</p:attrName>
                                        </p:attrNameLst>
                                      </p:cBhvr>
                                      <p:tavLst>
                                        <p:tav tm="0">
                                          <p:val>
                                            <p:strVal val="1+#ppt_w/2"/>
                                          </p:val>
                                        </p:tav>
                                        <p:tav tm="100000">
                                          <p:val>
                                            <p:strVal val="#ppt_x"/>
                                          </p:val>
                                        </p:tav>
                                      </p:tavLst>
                                    </p:anim>
                                    <p:anim calcmode="lin" valueType="num">
                                      <p:cBhvr additive="base">
                                        <p:cTn id="18" dur="400" fill="hold"/>
                                        <p:tgtEl>
                                          <p:spTgt spid="16"/>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7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2" presetClass="entr" presetSubtype="6" decel="100000" fill="hold" grpId="1" nodeType="withEffect">
                                  <p:stCondLst>
                                    <p:cond delay="7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400" fill="hold"/>
                                        <p:tgtEl>
                                          <p:spTgt spid="11"/>
                                        </p:tgtEl>
                                        <p:attrNameLst>
                                          <p:attrName>ppt_x</p:attrName>
                                        </p:attrNameLst>
                                      </p:cBhvr>
                                      <p:tavLst>
                                        <p:tav tm="0">
                                          <p:val>
                                            <p:strVal val="1+#ppt_w/2"/>
                                          </p:val>
                                        </p:tav>
                                        <p:tav tm="100000">
                                          <p:val>
                                            <p:strVal val="#ppt_x"/>
                                          </p:val>
                                        </p:tav>
                                      </p:tavLst>
                                    </p:anim>
                                    <p:anim calcmode="lin" valueType="num">
                                      <p:cBhvr additive="base">
                                        <p:cTn id="25" dur="4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P spid="15" grpId="0" animBg="1"/>
      <p:bldP spid="15" grpId="1" animBg="1"/>
      <p:bldP spid="16" grpId="0" animBg="1"/>
      <p:bldP spid="16" grpId="1" animBg="1"/>
      <p:bldP spid="17"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mj-lt"/>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1" y="164638"/>
            <a:ext cx="11006206"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9"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1" name="円/楕円 1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5" name="円/楕円 14"/>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2639135247"/>
      </p:ext>
    </p:extLst>
  </p:cSld>
  <p:clrMap bg1="lt1" tx1="dk1" bg2="lt2" tx2="dk2" accent1="accent1" accent2="accent2" accent3="accent3" accent4="accent4" accent5="accent5" accent6="accent6" hlink="hlink" folHlink="folHlin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2" presetClass="entr" presetSubtype="6" decel="100000" fill="hold" grpId="1" nodeType="withEffect">
                                  <p:stCondLst>
                                    <p:cond delay="40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400" fill="hold"/>
                                        <p:tgtEl>
                                          <p:spTgt spid="15"/>
                                        </p:tgtEl>
                                        <p:attrNameLst>
                                          <p:attrName>ppt_x</p:attrName>
                                        </p:attrNameLst>
                                      </p:cBhvr>
                                      <p:tavLst>
                                        <p:tav tm="0">
                                          <p:val>
                                            <p:strVal val="1+#ppt_w/2"/>
                                          </p:val>
                                        </p:tav>
                                        <p:tav tm="100000">
                                          <p:val>
                                            <p:strVal val="#ppt_x"/>
                                          </p:val>
                                        </p:tav>
                                      </p:tavLst>
                                    </p:anim>
                                    <p:anim calcmode="lin" valueType="num">
                                      <p:cBhvr additive="base">
                                        <p:cTn id="11" dur="400" fill="hold"/>
                                        <p:tgtEl>
                                          <p:spTgt spid="15"/>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2" presetClass="entr" presetSubtype="6" decel="100000" fill="hold" grpId="1"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400" fill="hold"/>
                                        <p:tgtEl>
                                          <p:spTgt spid="16"/>
                                        </p:tgtEl>
                                        <p:attrNameLst>
                                          <p:attrName>ppt_x</p:attrName>
                                        </p:attrNameLst>
                                      </p:cBhvr>
                                      <p:tavLst>
                                        <p:tav tm="0">
                                          <p:val>
                                            <p:strVal val="1+#ppt_w/2"/>
                                          </p:val>
                                        </p:tav>
                                        <p:tav tm="100000">
                                          <p:val>
                                            <p:strVal val="#ppt_x"/>
                                          </p:val>
                                        </p:tav>
                                      </p:tavLst>
                                    </p:anim>
                                    <p:anim calcmode="lin" valueType="num">
                                      <p:cBhvr additive="base">
                                        <p:cTn id="18" dur="400" fill="hold"/>
                                        <p:tgtEl>
                                          <p:spTgt spid="16"/>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7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2" presetClass="entr" presetSubtype="6" decel="100000" fill="hold" grpId="1" nodeType="withEffect">
                                  <p:stCondLst>
                                    <p:cond delay="7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400" fill="hold"/>
                                        <p:tgtEl>
                                          <p:spTgt spid="11"/>
                                        </p:tgtEl>
                                        <p:attrNameLst>
                                          <p:attrName>ppt_x</p:attrName>
                                        </p:attrNameLst>
                                      </p:cBhvr>
                                      <p:tavLst>
                                        <p:tav tm="0">
                                          <p:val>
                                            <p:strVal val="1+#ppt_w/2"/>
                                          </p:val>
                                        </p:tav>
                                        <p:tav tm="100000">
                                          <p:val>
                                            <p:strVal val="#ppt_x"/>
                                          </p:val>
                                        </p:tav>
                                      </p:tavLst>
                                    </p:anim>
                                    <p:anim calcmode="lin" valueType="num">
                                      <p:cBhvr additive="base">
                                        <p:cTn id="25" dur="4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P spid="15" grpId="0" animBg="1"/>
      <p:bldP spid="15" grpId="1" animBg="1"/>
      <p:bldP spid="16" grpId="0" animBg="1"/>
      <p:bldP spid="16" grpId="1" animBg="1"/>
      <p:bldP spid="17"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mj-lt"/>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1" y="164638"/>
            <a:ext cx="11006206"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9"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1" name="円/楕円 1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5" name="円/楕円 14"/>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2735024067"/>
      </p:ext>
    </p:extLst>
  </p:cSld>
  <p:clrMap bg1="lt1" tx1="dk1" bg2="lt2" tx2="dk2" accent1="accent1" accent2="accent2" accent3="accent3" accent4="accent4" accent5="accent5" accent6="accent6" hlink="hlink" folHlink="folHlink"/>
  <p:sldLayoutIdLst>
    <p:sldLayoutId id="2147483692" r:id="rId1"/>
    <p:sldLayoutId id="2147483693"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2" presetClass="entr" presetSubtype="6" decel="100000" fill="hold" grpId="1" nodeType="withEffect">
                                  <p:stCondLst>
                                    <p:cond delay="40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400" fill="hold"/>
                                        <p:tgtEl>
                                          <p:spTgt spid="15"/>
                                        </p:tgtEl>
                                        <p:attrNameLst>
                                          <p:attrName>ppt_x</p:attrName>
                                        </p:attrNameLst>
                                      </p:cBhvr>
                                      <p:tavLst>
                                        <p:tav tm="0">
                                          <p:val>
                                            <p:strVal val="1+#ppt_w/2"/>
                                          </p:val>
                                        </p:tav>
                                        <p:tav tm="100000">
                                          <p:val>
                                            <p:strVal val="#ppt_x"/>
                                          </p:val>
                                        </p:tav>
                                      </p:tavLst>
                                    </p:anim>
                                    <p:anim calcmode="lin" valueType="num">
                                      <p:cBhvr additive="base">
                                        <p:cTn id="11" dur="400" fill="hold"/>
                                        <p:tgtEl>
                                          <p:spTgt spid="15"/>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2" presetClass="entr" presetSubtype="6" decel="100000" fill="hold" grpId="1"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400" fill="hold"/>
                                        <p:tgtEl>
                                          <p:spTgt spid="16"/>
                                        </p:tgtEl>
                                        <p:attrNameLst>
                                          <p:attrName>ppt_x</p:attrName>
                                        </p:attrNameLst>
                                      </p:cBhvr>
                                      <p:tavLst>
                                        <p:tav tm="0">
                                          <p:val>
                                            <p:strVal val="1+#ppt_w/2"/>
                                          </p:val>
                                        </p:tav>
                                        <p:tav tm="100000">
                                          <p:val>
                                            <p:strVal val="#ppt_x"/>
                                          </p:val>
                                        </p:tav>
                                      </p:tavLst>
                                    </p:anim>
                                    <p:anim calcmode="lin" valueType="num">
                                      <p:cBhvr additive="base">
                                        <p:cTn id="18" dur="400" fill="hold"/>
                                        <p:tgtEl>
                                          <p:spTgt spid="16"/>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7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2" presetClass="entr" presetSubtype="6" decel="100000" fill="hold" grpId="1" nodeType="withEffect">
                                  <p:stCondLst>
                                    <p:cond delay="7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400" fill="hold"/>
                                        <p:tgtEl>
                                          <p:spTgt spid="11"/>
                                        </p:tgtEl>
                                        <p:attrNameLst>
                                          <p:attrName>ppt_x</p:attrName>
                                        </p:attrNameLst>
                                      </p:cBhvr>
                                      <p:tavLst>
                                        <p:tav tm="0">
                                          <p:val>
                                            <p:strVal val="1+#ppt_w/2"/>
                                          </p:val>
                                        </p:tav>
                                        <p:tav tm="100000">
                                          <p:val>
                                            <p:strVal val="#ppt_x"/>
                                          </p:val>
                                        </p:tav>
                                      </p:tavLst>
                                    </p:anim>
                                    <p:anim calcmode="lin" valueType="num">
                                      <p:cBhvr additive="base">
                                        <p:cTn id="25" dur="4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P spid="15" grpId="0" animBg="1"/>
      <p:bldP spid="15" grpId="1" animBg="1"/>
      <p:bldP spid="16" grpId="0" animBg="1"/>
      <p:bldP spid="16" grpId="1" animBg="1"/>
      <p:bldP spid="17"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mj-lt"/>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 name="タイトル プレースホルダー 1"/>
          <p:cNvSpPr>
            <a:spLocks noGrp="1"/>
          </p:cNvSpPr>
          <p:nvPr>
            <p:ph type="title"/>
          </p:nvPr>
        </p:nvSpPr>
        <p:spPr>
          <a:xfrm>
            <a:off x="2048598" y="164638"/>
            <a:ext cx="9567208"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3" name="円/楕円 12"/>
          <p:cNvSpPr/>
          <p:nvPr/>
        </p:nvSpPr>
        <p:spPr>
          <a:xfrm>
            <a:off x="1555534" y="905648"/>
            <a:ext cx="384076" cy="3840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13"/>
          <p:cNvSpPr/>
          <p:nvPr/>
        </p:nvSpPr>
        <p:spPr>
          <a:xfrm>
            <a:off x="31596" y="0"/>
            <a:ext cx="912180" cy="681270"/>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円/楕円 17"/>
          <p:cNvSpPr/>
          <p:nvPr/>
        </p:nvSpPr>
        <p:spPr>
          <a:xfrm>
            <a:off x="681974" y="681271"/>
            <a:ext cx="528104" cy="52805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円/楕円 18"/>
          <p:cNvSpPr/>
          <p:nvPr/>
        </p:nvSpPr>
        <p:spPr>
          <a:xfrm>
            <a:off x="1207829" y="149092"/>
            <a:ext cx="661953" cy="66189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1" name="円/楕円 2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3" name="円/楕円 22"/>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0"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239634637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667" r:id="rId3"/>
    <p:sldLayoutId id="2147483735" r:id="rId4"/>
    <p:sldLayoutId id="2147483745" r:id="rId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400" fill="hold"/>
                                        <p:tgtEl>
                                          <p:spTgt spid="14"/>
                                        </p:tgtEl>
                                        <p:attrNameLst>
                                          <p:attrName>ppt_x</p:attrName>
                                        </p:attrNameLst>
                                      </p:cBhvr>
                                      <p:tavLst>
                                        <p:tav tm="0">
                                          <p:val>
                                            <p:strVal val="0-#ppt_w/2"/>
                                          </p:val>
                                        </p:tav>
                                        <p:tav tm="100000">
                                          <p:val>
                                            <p:strVal val="#ppt_x"/>
                                          </p:val>
                                        </p:tav>
                                      </p:tavLst>
                                    </p:anim>
                                    <p:anim calcmode="lin" valueType="num">
                                      <p:cBhvr additive="base">
                                        <p:cTn id="11" dur="400" fill="hold"/>
                                        <p:tgtEl>
                                          <p:spTgt spid="14"/>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400" fill="hold"/>
                                        <p:tgtEl>
                                          <p:spTgt spid="18"/>
                                        </p:tgtEl>
                                        <p:attrNameLst>
                                          <p:attrName>ppt_x</p:attrName>
                                        </p:attrNameLst>
                                      </p:cBhvr>
                                      <p:tavLst>
                                        <p:tav tm="0">
                                          <p:val>
                                            <p:strVal val="0-#ppt_w/2"/>
                                          </p:val>
                                        </p:tav>
                                        <p:tav tm="100000">
                                          <p:val>
                                            <p:strVal val="#ppt_x"/>
                                          </p:val>
                                        </p:tav>
                                      </p:tavLst>
                                    </p:anim>
                                    <p:anim calcmode="lin" valueType="num">
                                      <p:cBhvr additive="base">
                                        <p:cTn id="18" dur="400" fill="hold"/>
                                        <p:tgtEl>
                                          <p:spTgt spid="18"/>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fill="hold"/>
                                        <p:tgtEl>
                                          <p:spTgt spid="19"/>
                                        </p:tgtEl>
                                        <p:attrNameLst>
                                          <p:attrName>ppt_x</p:attrName>
                                        </p:attrNameLst>
                                      </p:cBhvr>
                                      <p:tavLst>
                                        <p:tav tm="0">
                                          <p:val>
                                            <p:strVal val="0-#ppt_w/2"/>
                                          </p:val>
                                        </p:tav>
                                        <p:tav tm="100000">
                                          <p:val>
                                            <p:strVal val="#ppt_x"/>
                                          </p:val>
                                        </p:tav>
                                      </p:tavLst>
                                    </p:anim>
                                    <p:anim calcmode="lin" valueType="num">
                                      <p:cBhvr additive="base">
                                        <p:cTn id="25" dur="400" fill="hold"/>
                                        <p:tgtEl>
                                          <p:spTgt spid="19"/>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400" fill="hold"/>
                                        <p:tgtEl>
                                          <p:spTgt spid="13"/>
                                        </p:tgtEl>
                                        <p:attrNameLst>
                                          <p:attrName>ppt_x</p:attrName>
                                        </p:attrNameLst>
                                      </p:cBhvr>
                                      <p:tavLst>
                                        <p:tav tm="0">
                                          <p:val>
                                            <p:strVal val="0-#ppt_w/2"/>
                                          </p:val>
                                        </p:tav>
                                        <p:tav tm="100000">
                                          <p:val>
                                            <p:strVal val="#ppt_x"/>
                                          </p:val>
                                        </p:tav>
                                      </p:tavLst>
                                    </p:anim>
                                    <p:anim calcmode="lin" valueType="num">
                                      <p:cBhvr additive="base">
                                        <p:cTn id="32" dur="400" fill="hold"/>
                                        <p:tgtEl>
                                          <p:spTgt spid="13"/>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4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2" presetClass="entr" presetSubtype="6" decel="100000" fill="hold" grpId="1" nodeType="withEffect">
                                  <p:stCondLst>
                                    <p:cond delay="40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400" fill="hold"/>
                                        <p:tgtEl>
                                          <p:spTgt spid="23"/>
                                        </p:tgtEl>
                                        <p:attrNameLst>
                                          <p:attrName>ppt_x</p:attrName>
                                        </p:attrNameLst>
                                      </p:cBhvr>
                                      <p:tavLst>
                                        <p:tav tm="0">
                                          <p:val>
                                            <p:strVal val="1+#ppt_w/2"/>
                                          </p:val>
                                        </p:tav>
                                        <p:tav tm="100000">
                                          <p:val>
                                            <p:strVal val="#ppt_x"/>
                                          </p:val>
                                        </p:tav>
                                      </p:tavLst>
                                    </p:anim>
                                    <p:anim calcmode="lin" valueType="num">
                                      <p:cBhvr additive="base">
                                        <p:cTn id="39" dur="400" fill="hold"/>
                                        <p:tgtEl>
                                          <p:spTgt spid="23"/>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2" presetClass="entr" presetSubtype="6" decel="100000" fill="hold" grpId="1" nodeType="withEffect">
                                  <p:stCondLst>
                                    <p:cond delay="50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400" fill="hold"/>
                                        <p:tgtEl>
                                          <p:spTgt spid="20"/>
                                        </p:tgtEl>
                                        <p:attrNameLst>
                                          <p:attrName>ppt_x</p:attrName>
                                        </p:attrNameLst>
                                      </p:cBhvr>
                                      <p:tavLst>
                                        <p:tav tm="0">
                                          <p:val>
                                            <p:strVal val="1+#ppt_w/2"/>
                                          </p:val>
                                        </p:tav>
                                        <p:tav tm="100000">
                                          <p:val>
                                            <p:strVal val="#ppt_x"/>
                                          </p:val>
                                        </p:tav>
                                      </p:tavLst>
                                    </p:anim>
                                    <p:anim calcmode="lin" valueType="num">
                                      <p:cBhvr additive="base">
                                        <p:cTn id="46" dur="400" fill="hold"/>
                                        <p:tgtEl>
                                          <p:spTgt spid="20"/>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7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2" presetClass="entr" presetSubtype="6" decel="100000" fill="hold" grpId="1"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400" fill="hold"/>
                                        <p:tgtEl>
                                          <p:spTgt spid="21"/>
                                        </p:tgtEl>
                                        <p:attrNameLst>
                                          <p:attrName>ppt_x</p:attrName>
                                        </p:attrNameLst>
                                      </p:cBhvr>
                                      <p:tavLst>
                                        <p:tav tm="0">
                                          <p:val>
                                            <p:strVal val="1+#ppt_w/2"/>
                                          </p:val>
                                        </p:tav>
                                        <p:tav tm="100000">
                                          <p:val>
                                            <p:strVal val="#ppt_x"/>
                                          </p:val>
                                        </p:tav>
                                      </p:tavLst>
                                    </p:anim>
                                    <p:anim calcmode="lin" valueType="num">
                                      <p:cBhvr additive="base">
                                        <p:cTn id="53" dur="400" fill="hold"/>
                                        <p:tgtEl>
                                          <p:spTgt spid="21"/>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fill="hold"/>
                                        <p:tgtEl>
                                          <p:spTgt spid="2"/>
                                        </p:tgtEl>
                                        <p:attrNameLst>
                                          <p:attrName>ppt_x</p:attrName>
                                        </p:attrNameLst>
                                      </p:cBhvr>
                                      <p:tavLst>
                                        <p:tav tm="0">
                                          <p:val>
                                            <p:strVal val="#ppt_x"/>
                                          </p:val>
                                        </p:tav>
                                        <p:tav tm="100000">
                                          <p:val>
                                            <p:strVal val="#ppt_x"/>
                                          </p:val>
                                        </p:tav>
                                      </p:tavLst>
                                    </p:anim>
                                    <p:anim calcmode="lin" valueType="num">
                                      <p:cBhvr additive="base">
                                        <p:cTn id="6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animBg="1"/>
      <p:bldP spid="13" grpId="1" animBg="1"/>
      <p:bldP spid="14" grpId="0" animBg="1"/>
      <p:bldP spid="14" grpId="1" animBg="1"/>
      <p:bldP spid="18" grpId="0" animBg="1"/>
      <p:bldP spid="18" grpId="1" animBg="1"/>
      <p:bldP spid="19" grpId="0" animBg="1"/>
      <p:bldP spid="19" grpId="1" animBg="1"/>
      <p:bldP spid="21" grpId="0" animBg="1"/>
      <p:bldP spid="21" grpId="1" animBg="1"/>
      <p:bldP spid="23" grpId="0" animBg="1"/>
      <p:bldP spid="23" grpId="1" animBg="1"/>
      <p:bldP spid="20" grpId="0" animBg="1"/>
      <p:bldP spid="20" grpId="1" animBg="1"/>
      <p:bldP spid="6"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Route 159 UltraLight" pitchFamily="50" charset="0"/>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2917" y="164638"/>
            <a:ext cx="10959484"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Tree>
    <p:extLst>
      <p:ext uri="{BB962C8B-B14F-4D97-AF65-F5344CB8AC3E}">
        <p14:creationId xmlns:p14="http://schemas.microsoft.com/office/powerpoint/2010/main" val="1649268665"/>
      </p:ext>
    </p:extLst>
  </p:cSld>
  <p:clrMap bg1="lt1" tx1="dk1" bg2="lt2" tx2="dk2" accent1="accent1" accent2="accent2" accent3="accent3" accent4="accent4" accent5="accent5" accent6="accent6" hlink="hlink" folHlink="folHlink"/>
  <p:sldLayoutIdLst>
    <p:sldLayoutId id="2147483707" r:id="rId1"/>
    <p:sldLayoutId id="2147483708" r:id="rId2"/>
  </p:sldLayoutIdLst>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mj-lt"/>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4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 name="タイトル プレースホルダー 1"/>
          <p:cNvSpPr>
            <a:spLocks noGrp="1"/>
          </p:cNvSpPr>
          <p:nvPr>
            <p:ph type="title"/>
          </p:nvPr>
        </p:nvSpPr>
        <p:spPr>
          <a:xfrm>
            <a:off x="2048598" y="164638"/>
            <a:ext cx="9567208" cy="80210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7005935" y="6309239"/>
            <a:ext cx="3860800" cy="365125"/>
          </a:xfrm>
          <a:prstGeom prst="rect">
            <a:avLst/>
          </a:prstGeom>
        </p:spPr>
        <p:txBody>
          <a:bodyPr vert="horz" lIns="163275" tIns="81638" rIns="163275" bIns="81638" rtlCol="0" anchor="ctr"/>
          <a:lstStyle>
            <a:lvl1pPr algn="r">
              <a:defRPr sz="1333">
                <a:solidFill>
                  <a:schemeClr val="tx1">
                    <a:tint val="75000"/>
                  </a:schemeClr>
                </a:solidFill>
                <a:latin typeface="+mj-lt"/>
              </a:defRPr>
            </a:lvl1pPr>
          </a:lstStyle>
          <a:p>
            <a:endParaRPr lang="fr-FR"/>
          </a:p>
        </p:txBody>
      </p:sp>
      <p:sp>
        <p:nvSpPr>
          <p:cNvPr id="13" name="円/楕円 12"/>
          <p:cNvSpPr/>
          <p:nvPr/>
        </p:nvSpPr>
        <p:spPr>
          <a:xfrm>
            <a:off x="1555534" y="905648"/>
            <a:ext cx="384076" cy="3840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13"/>
          <p:cNvSpPr/>
          <p:nvPr/>
        </p:nvSpPr>
        <p:spPr>
          <a:xfrm>
            <a:off x="31596" y="0"/>
            <a:ext cx="912180" cy="681270"/>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円/楕円 17"/>
          <p:cNvSpPr/>
          <p:nvPr/>
        </p:nvSpPr>
        <p:spPr>
          <a:xfrm>
            <a:off x="681974" y="681271"/>
            <a:ext cx="528104" cy="52805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円/楕円 18"/>
          <p:cNvSpPr/>
          <p:nvPr/>
        </p:nvSpPr>
        <p:spPr>
          <a:xfrm>
            <a:off x="1207829" y="149092"/>
            <a:ext cx="661953" cy="66189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1" name="円/楕円 20"/>
          <p:cNvSpPr/>
          <p:nvPr/>
        </p:nvSpPr>
        <p:spPr>
          <a:xfrm>
            <a:off x="11022059" y="6100230"/>
            <a:ext cx="289591" cy="28956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3" name="円/楕円 22"/>
          <p:cNvSpPr/>
          <p:nvPr/>
        </p:nvSpPr>
        <p:spPr>
          <a:xfrm>
            <a:off x="11435106" y="6111048"/>
            <a:ext cx="720142"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20" name="円/楕円 19"/>
          <p:cNvSpPr/>
          <p:nvPr/>
        </p:nvSpPr>
        <p:spPr>
          <a:xfrm>
            <a:off x="10860585" y="6469495"/>
            <a:ext cx="480095" cy="388506"/>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スライド番号プレースホルダー 5"/>
          <p:cNvSpPr>
            <a:spLocks noGrp="1"/>
          </p:cNvSpPr>
          <p:nvPr>
            <p:ph type="sldNum" sz="quarter" idx="4"/>
          </p:nvPr>
        </p:nvSpPr>
        <p:spPr>
          <a:xfrm>
            <a:off x="11435106" y="6288526"/>
            <a:ext cx="720142" cy="365125"/>
          </a:xfrm>
          <a:prstGeom prst="rect">
            <a:avLst/>
          </a:prstGeom>
        </p:spPr>
        <p:txBody>
          <a:bodyPr vert="horz" lIns="163275" tIns="81638" rIns="163275" bIns="81638" rtlCol="0" anchor="ctr"/>
          <a:lstStyle>
            <a:lvl1pPr algn="ctr">
              <a:defRPr sz="1867">
                <a:solidFill>
                  <a:schemeClr val="bg1"/>
                </a:solidFill>
              </a:defRPr>
            </a:lvl1pPr>
          </a:lstStyle>
          <a:p>
            <a:fld id="{114C13B2-D80C-4AED-B714-C3D533287FCA}" type="slidenum">
              <a:rPr lang="fr-FR" smtClean="0"/>
              <a:t>‹#›</a:t>
            </a:fld>
            <a:endParaRPr lang="fr-FR"/>
          </a:p>
        </p:txBody>
      </p:sp>
    </p:spTree>
    <p:extLst>
      <p:ext uri="{BB962C8B-B14F-4D97-AF65-F5344CB8AC3E}">
        <p14:creationId xmlns:p14="http://schemas.microsoft.com/office/powerpoint/2010/main" val="2923265354"/>
      </p:ext>
    </p:extLst>
  </p:cSld>
  <p:clrMap bg1="lt1" tx1="dk1" bg2="lt2" tx2="dk2" accent1="accent1" accent2="accent2" accent3="accent3" accent4="accent4" accent5="accent5" accent6="accent6" hlink="hlink" folHlink="folHlink"/>
  <p:sldLayoutIdLst>
    <p:sldLayoutId id="2147483713" r:id="rId1"/>
    <p:sldLayoutId id="2147483737"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400" fill="hold"/>
                                        <p:tgtEl>
                                          <p:spTgt spid="14"/>
                                        </p:tgtEl>
                                        <p:attrNameLst>
                                          <p:attrName>ppt_x</p:attrName>
                                        </p:attrNameLst>
                                      </p:cBhvr>
                                      <p:tavLst>
                                        <p:tav tm="0">
                                          <p:val>
                                            <p:strVal val="0-#ppt_w/2"/>
                                          </p:val>
                                        </p:tav>
                                        <p:tav tm="100000">
                                          <p:val>
                                            <p:strVal val="#ppt_x"/>
                                          </p:val>
                                        </p:tav>
                                      </p:tavLst>
                                    </p:anim>
                                    <p:anim calcmode="lin" valueType="num">
                                      <p:cBhvr additive="base">
                                        <p:cTn id="11" dur="400" fill="hold"/>
                                        <p:tgtEl>
                                          <p:spTgt spid="14"/>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400" fill="hold"/>
                                        <p:tgtEl>
                                          <p:spTgt spid="18"/>
                                        </p:tgtEl>
                                        <p:attrNameLst>
                                          <p:attrName>ppt_x</p:attrName>
                                        </p:attrNameLst>
                                      </p:cBhvr>
                                      <p:tavLst>
                                        <p:tav tm="0">
                                          <p:val>
                                            <p:strVal val="0-#ppt_w/2"/>
                                          </p:val>
                                        </p:tav>
                                        <p:tav tm="100000">
                                          <p:val>
                                            <p:strVal val="#ppt_x"/>
                                          </p:val>
                                        </p:tav>
                                      </p:tavLst>
                                    </p:anim>
                                    <p:anim calcmode="lin" valueType="num">
                                      <p:cBhvr additive="base">
                                        <p:cTn id="18" dur="400" fill="hold"/>
                                        <p:tgtEl>
                                          <p:spTgt spid="18"/>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fill="hold"/>
                                        <p:tgtEl>
                                          <p:spTgt spid="19"/>
                                        </p:tgtEl>
                                        <p:attrNameLst>
                                          <p:attrName>ppt_x</p:attrName>
                                        </p:attrNameLst>
                                      </p:cBhvr>
                                      <p:tavLst>
                                        <p:tav tm="0">
                                          <p:val>
                                            <p:strVal val="0-#ppt_w/2"/>
                                          </p:val>
                                        </p:tav>
                                        <p:tav tm="100000">
                                          <p:val>
                                            <p:strVal val="#ppt_x"/>
                                          </p:val>
                                        </p:tav>
                                      </p:tavLst>
                                    </p:anim>
                                    <p:anim calcmode="lin" valueType="num">
                                      <p:cBhvr additive="base">
                                        <p:cTn id="25" dur="400" fill="hold"/>
                                        <p:tgtEl>
                                          <p:spTgt spid="19"/>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400" fill="hold"/>
                                        <p:tgtEl>
                                          <p:spTgt spid="13"/>
                                        </p:tgtEl>
                                        <p:attrNameLst>
                                          <p:attrName>ppt_x</p:attrName>
                                        </p:attrNameLst>
                                      </p:cBhvr>
                                      <p:tavLst>
                                        <p:tav tm="0">
                                          <p:val>
                                            <p:strVal val="0-#ppt_w/2"/>
                                          </p:val>
                                        </p:tav>
                                        <p:tav tm="100000">
                                          <p:val>
                                            <p:strVal val="#ppt_x"/>
                                          </p:val>
                                        </p:tav>
                                      </p:tavLst>
                                    </p:anim>
                                    <p:anim calcmode="lin" valueType="num">
                                      <p:cBhvr additive="base">
                                        <p:cTn id="32" dur="400" fill="hold"/>
                                        <p:tgtEl>
                                          <p:spTgt spid="13"/>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4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2" presetClass="entr" presetSubtype="6" decel="100000" fill="hold" grpId="1" nodeType="withEffect">
                                  <p:stCondLst>
                                    <p:cond delay="40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400" fill="hold"/>
                                        <p:tgtEl>
                                          <p:spTgt spid="23"/>
                                        </p:tgtEl>
                                        <p:attrNameLst>
                                          <p:attrName>ppt_x</p:attrName>
                                        </p:attrNameLst>
                                      </p:cBhvr>
                                      <p:tavLst>
                                        <p:tav tm="0">
                                          <p:val>
                                            <p:strVal val="1+#ppt_w/2"/>
                                          </p:val>
                                        </p:tav>
                                        <p:tav tm="100000">
                                          <p:val>
                                            <p:strVal val="#ppt_x"/>
                                          </p:val>
                                        </p:tav>
                                      </p:tavLst>
                                    </p:anim>
                                    <p:anim calcmode="lin" valueType="num">
                                      <p:cBhvr additive="base">
                                        <p:cTn id="39" dur="400" fill="hold"/>
                                        <p:tgtEl>
                                          <p:spTgt spid="23"/>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2" presetClass="entr" presetSubtype="6" decel="100000" fill="hold" grpId="1" nodeType="withEffect">
                                  <p:stCondLst>
                                    <p:cond delay="50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400" fill="hold"/>
                                        <p:tgtEl>
                                          <p:spTgt spid="20"/>
                                        </p:tgtEl>
                                        <p:attrNameLst>
                                          <p:attrName>ppt_x</p:attrName>
                                        </p:attrNameLst>
                                      </p:cBhvr>
                                      <p:tavLst>
                                        <p:tav tm="0">
                                          <p:val>
                                            <p:strVal val="1+#ppt_w/2"/>
                                          </p:val>
                                        </p:tav>
                                        <p:tav tm="100000">
                                          <p:val>
                                            <p:strVal val="#ppt_x"/>
                                          </p:val>
                                        </p:tav>
                                      </p:tavLst>
                                    </p:anim>
                                    <p:anim calcmode="lin" valueType="num">
                                      <p:cBhvr additive="base">
                                        <p:cTn id="46" dur="400" fill="hold"/>
                                        <p:tgtEl>
                                          <p:spTgt spid="20"/>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7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2" presetClass="entr" presetSubtype="6" decel="100000" fill="hold" grpId="1"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400" fill="hold"/>
                                        <p:tgtEl>
                                          <p:spTgt spid="21"/>
                                        </p:tgtEl>
                                        <p:attrNameLst>
                                          <p:attrName>ppt_x</p:attrName>
                                        </p:attrNameLst>
                                      </p:cBhvr>
                                      <p:tavLst>
                                        <p:tav tm="0">
                                          <p:val>
                                            <p:strVal val="1+#ppt_w/2"/>
                                          </p:val>
                                        </p:tav>
                                        <p:tav tm="100000">
                                          <p:val>
                                            <p:strVal val="#ppt_x"/>
                                          </p:val>
                                        </p:tav>
                                      </p:tavLst>
                                    </p:anim>
                                    <p:anim calcmode="lin" valueType="num">
                                      <p:cBhvr additive="base">
                                        <p:cTn id="53" dur="400" fill="hold"/>
                                        <p:tgtEl>
                                          <p:spTgt spid="21"/>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fill="hold"/>
                                        <p:tgtEl>
                                          <p:spTgt spid="2"/>
                                        </p:tgtEl>
                                        <p:attrNameLst>
                                          <p:attrName>ppt_x</p:attrName>
                                        </p:attrNameLst>
                                      </p:cBhvr>
                                      <p:tavLst>
                                        <p:tav tm="0">
                                          <p:val>
                                            <p:strVal val="#ppt_x"/>
                                          </p:val>
                                        </p:tav>
                                        <p:tav tm="100000">
                                          <p:val>
                                            <p:strVal val="#ppt_x"/>
                                          </p:val>
                                        </p:tav>
                                      </p:tavLst>
                                    </p:anim>
                                    <p:anim calcmode="lin" valueType="num">
                                      <p:cBhvr additive="base">
                                        <p:cTn id="6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animBg="1"/>
      <p:bldP spid="13" grpId="1" animBg="1"/>
      <p:bldP spid="14" grpId="0" animBg="1"/>
      <p:bldP spid="14" grpId="1" animBg="1"/>
      <p:bldP spid="18" grpId="0" animBg="1"/>
      <p:bldP spid="18" grpId="1" animBg="1"/>
      <p:bldP spid="19" grpId="0" animBg="1"/>
      <p:bldP spid="19" grpId="1" animBg="1"/>
      <p:bldP spid="21" grpId="0" animBg="1"/>
      <p:bldP spid="21" grpId="1" animBg="1"/>
      <p:bldP spid="23" grpId="0" animBg="1"/>
      <p:bldP spid="23" grpId="1" animBg="1"/>
      <p:bldP spid="20" grpId="0" animBg="1"/>
      <p:bldP spid="20" grpId="1" animBg="1"/>
      <p:bldP spid="6" grpId="0"/>
    </p:bldLst>
  </p:timing>
  <p:hf hdr="0" ftr="0" dt="0"/>
  <p:txStyles>
    <p:titleStyle>
      <a:lvl1pPr algn="l" defTabSz="1088556" rtl="0" eaLnBrk="1" latinLnBrk="0" hangingPunct="1">
        <a:spcBef>
          <a:spcPct val="0"/>
        </a:spcBef>
        <a:buNone/>
        <a:defRPr kumimoji="1" sz="4000" kern="1200" baseline="0">
          <a:solidFill>
            <a:schemeClr val="tx1">
              <a:lumMod val="75000"/>
              <a:lumOff val="25000"/>
            </a:schemeClr>
          </a:solidFill>
          <a:latin typeface="Route 159 UltraLight" pitchFamily="50" charset="0"/>
          <a:ea typeface="+mj-ea"/>
          <a:cs typeface="+mj-cs"/>
        </a:defRPr>
      </a:lvl1pPr>
    </p:titleStyle>
    <p:body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ja-JP"/>
      </a:defPPr>
      <a:lvl1pPr marL="0" algn="l" defTabSz="1088556" rtl="0" eaLnBrk="1" latinLnBrk="0" hangingPunct="1">
        <a:defRPr kumimoji="1" sz="2133" kern="1200">
          <a:solidFill>
            <a:schemeClr val="tx1"/>
          </a:solidFill>
          <a:latin typeface="+mn-lt"/>
          <a:ea typeface="+mn-ea"/>
          <a:cs typeface="+mn-cs"/>
        </a:defRPr>
      </a:lvl1pPr>
      <a:lvl2pPr marL="544278" algn="l" defTabSz="1088556" rtl="0" eaLnBrk="1" latinLnBrk="0" hangingPunct="1">
        <a:defRPr kumimoji="1" sz="2133" kern="1200">
          <a:solidFill>
            <a:schemeClr val="tx1"/>
          </a:solidFill>
          <a:latin typeface="+mn-lt"/>
          <a:ea typeface="+mn-ea"/>
          <a:cs typeface="+mn-cs"/>
        </a:defRPr>
      </a:lvl2pPr>
      <a:lvl3pPr marL="1088556" algn="l" defTabSz="1088556" rtl="0" eaLnBrk="1" latinLnBrk="0" hangingPunct="1">
        <a:defRPr kumimoji="1" sz="2133" kern="1200">
          <a:solidFill>
            <a:schemeClr val="tx1"/>
          </a:solidFill>
          <a:latin typeface="+mn-lt"/>
          <a:ea typeface="+mn-ea"/>
          <a:cs typeface="+mn-cs"/>
        </a:defRPr>
      </a:lvl3pPr>
      <a:lvl4pPr marL="1632834" algn="l" defTabSz="1088556" rtl="0" eaLnBrk="1" latinLnBrk="0" hangingPunct="1">
        <a:defRPr kumimoji="1" sz="2133" kern="1200">
          <a:solidFill>
            <a:schemeClr val="tx1"/>
          </a:solidFill>
          <a:latin typeface="+mn-lt"/>
          <a:ea typeface="+mn-ea"/>
          <a:cs typeface="+mn-cs"/>
        </a:defRPr>
      </a:lvl4pPr>
      <a:lvl5pPr marL="2177112" algn="l" defTabSz="1088556" rtl="0" eaLnBrk="1" latinLnBrk="0" hangingPunct="1">
        <a:defRPr kumimoji="1" sz="2133" kern="1200">
          <a:solidFill>
            <a:schemeClr val="tx1"/>
          </a:solidFill>
          <a:latin typeface="+mn-lt"/>
          <a:ea typeface="+mn-ea"/>
          <a:cs typeface="+mn-cs"/>
        </a:defRPr>
      </a:lvl5pPr>
      <a:lvl6pPr marL="2721391" algn="l" defTabSz="1088556" rtl="0" eaLnBrk="1" latinLnBrk="0" hangingPunct="1">
        <a:defRPr kumimoji="1" sz="2133" kern="1200">
          <a:solidFill>
            <a:schemeClr val="tx1"/>
          </a:solidFill>
          <a:latin typeface="+mn-lt"/>
          <a:ea typeface="+mn-ea"/>
          <a:cs typeface="+mn-cs"/>
        </a:defRPr>
      </a:lvl6pPr>
      <a:lvl7pPr marL="3265669" algn="l" defTabSz="1088556" rtl="0" eaLnBrk="1" latinLnBrk="0" hangingPunct="1">
        <a:defRPr kumimoji="1" sz="2133" kern="1200">
          <a:solidFill>
            <a:schemeClr val="tx1"/>
          </a:solidFill>
          <a:latin typeface="+mn-lt"/>
          <a:ea typeface="+mn-ea"/>
          <a:cs typeface="+mn-cs"/>
        </a:defRPr>
      </a:lvl7pPr>
      <a:lvl8pPr marL="3809946" algn="l" defTabSz="1088556" rtl="0" eaLnBrk="1" latinLnBrk="0" hangingPunct="1">
        <a:defRPr kumimoji="1" sz="2133" kern="1200">
          <a:solidFill>
            <a:schemeClr val="tx1"/>
          </a:solidFill>
          <a:latin typeface="+mn-lt"/>
          <a:ea typeface="+mn-ea"/>
          <a:cs typeface="+mn-cs"/>
        </a:defRPr>
      </a:lvl8pPr>
      <a:lvl9pPr marL="4354225" algn="l" defTabSz="1088556" rtl="0" eaLnBrk="1" latinLnBrk="0" hangingPunct="1">
        <a:defRPr kumimoji="1" sz="21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hemeOverride" Target="../theme/themeOverride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ctrTitle"/>
          </p:nvPr>
        </p:nvSpPr>
        <p:spPr>
          <a:xfrm>
            <a:off x="1266885" y="3181445"/>
            <a:ext cx="10363200" cy="1057333"/>
          </a:xfrm>
        </p:spPr>
        <p:txBody>
          <a:bodyPr/>
          <a:lstStyle/>
          <a:p>
            <a:pPr>
              <a:lnSpc>
                <a:spcPts val="3050"/>
              </a:lnSpc>
              <a:spcBef>
                <a:spcPts val="1775"/>
              </a:spcBef>
            </a:pPr>
            <a:r>
              <a:rPr lang="en-US" sz="2800" b="1" dirty="0" err="1">
                <a:solidFill>
                  <a:schemeClr val="tx2">
                    <a:lumMod val="60000"/>
                    <a:lumOff val="40000"/>
                  </a:schemeClr>
                </a:solidFill>
              </a:rPr>
              <a:t>Détection</a:t>
            </a:r>
            <a:r>
              <a:rPr lang="en-US" sz="2800" b="1" dirty="0">
                <a:solidFill>
                  <a:schemeClr val="tx2">
                    <a:lumMod val="60000"/>
                    <a:lumOff val="40000"/>
                  </a:schemeClr>
                </a:solidFill>
              </a:rPr>
              <a:t> des tendances </a:t>
            </a:r>
            <a:r>
              <a:rPr lang="en-US" sz="2800" b="1" dirty="0" err="1">
                <a:solidFill>
                  <a:schemeClr val="tx2">
                    <a:lumMod val="60000"/>
                    <a:lumOff val="40000"/>
                  </a:schemeClr>
                </a:solidFill>
              </a:rPr>
              <a:t>émergentes</a:t>
            </a:r>
            <a:r>
              <a:rPr lang="en-US" sz="2800" b="1" dirty="0">
                <a:solidFill>
                  <a:schemeClr val="tx2">
                    <a:lumMod val="60000"/>
                    <a:lumOff val="40000"/>
                  </a:schemeClr>
                </a:solidFill>
              </a:rPr>
              <a:t> dans </a:t>
            </a:r>
            <a:r>
              <a:rPr lang="en-US" sz="2800" b="1" dirty="0" err="1">
                <a:solidFill>
                  <a:schemeClr val="tx2">
                    <a:lumMod val="60000"/>
                    <a:lumOff val="40000"/>
                  </a:schemeClr>
                </a:solidFill>
              </a:rPr>
              <a:t>l’exploration</a:t>
            </a:r>
            <a:br>
              <a:rPr lang="en-US" sz="2800" b="1" dirty="0">
                <a:solidFill>
                  <a:schemeClr val="tx2">
                    <a:lumMod val="60000"/>
                    <a:lumOff val="40000"/>
                  </a:schemeClr>
                </a:solidFill>
              </a:rPr>
            </a:br>
            <a:r>
              <a:rPr lang="en-US" sz="2800" b="1" dirty="0">
                <a:solidFill>
                  <a:schemeClr val="tx2">
                    <a:lumMod val="60000"/>
                    <a:lumOff val="40000"/>
                  </a:schemeClr>
                </a:solidFill>
              </a:rPr>
              <a:t>de </a:t>
            </a:r>
            <a:r>
              <a:rPr lang="en-US" sz="2800" b="1" dirty="0" err="1">
                <a:solidFill>
                  <a:schemeClr val="tx2">
                    <a:lumMod val="60000"/>
                    <a:lumOff val="40000"/>
                  </a:schemeClr>
                </a:solidFill>
              </a:rPr>
              <a:t>données</a:t>
            </a:r>
            <a:r>
              <a:rPr lang="en-US" sz="2800" b="1" dirty="0">
                <a:solidFill>
                  <a:schemeClr val="tx2">
                    <a:lumMod val="60000"/>
                    <a:lumOff val="40000"/>
                  </a:schemeClr>
                </a:solidFill>
              </a:rPr>
              <a:t> </a:t>
            </a:r>
            <a:r>
              <a:rPr lang="en-US" sz="2800" b="1" dirty="0" err="1">
                <a:solidFill>
                  <a:schemeClr val="tx2">
                    <a:lumMod val="60000"/>
                    <a:lumOff val="40000"/>
                  </a:schemeClr>
                </a:solidFill>
              </a:rPr>
              <a:t>textuelles</a:t>
            </a:r>
            <a:endParaRPr lang="fr-FR" sz="2800" b="1" dirty="0">
              <a:solidFill>
                <a:schemeClr val="tx2">
                  <a:lumMod val="60000"/>
                  <a:lumOff val="40000"/>
                </a:schemeClr>
              </a:solidFill>
              <a:latin typeface="Times New Roman" pitchFamily="18" charset="0"/>
              <a:ea typeface="+mn-ea"/>
              <a:cs typeface="Times New Roman" pitchFamily="18" charset="0"/>
            </a:endParaRPr>
          </a:p>
        </p:txBody>
      </p:sp>
      <p:sp>
        <p:nvSpPr>
          <p:cNvPr id="9" name="テキスト プレースホルダー 8"/>
          <p:cNvSpPr>
            <a:spLocks noGrp="1"/>
          </p:cNvSpPr>
          <p:nvPr>
            <p:ph type="body" sz="quarter" idx="10"/>
          </p:nvPr>
        </p:nvSpPr>
        <p:spPr>
          <a:xfrm>
            <a:off x="274859" y="2466098"/>
            <a:ext cx="12632433" cy="835991"/>
          </a:xfrm>
        </p:spPr>
        <p:txBody>
          <a:bodyPr/>
          <a:lstStyle/>
          <a:p>
            <a:pPr marL="0" indent="0">
              <a:buNone/>
            </a:pPr>
            <a:r>
              <a:rPr lang="en-US" sz="2000" b="1" dirty="0">
                <a:solidFill>
                  <a:schemeClr val="tx1"/>
                </a:solidFill>
                <a:latin typeface="+mn-lt"/>
              </a:rPr>
              <a:t>Projet de fin d’</a:t>
            </a:r>
            <a:r>
              <a:rPr lang="fr-FR" sz="2000" b="1" dirty="0">
                <a:solidFill>
                  <a:schemeClr val="tx1"/>
                </a:solidFill>
                <a:latin typeface="+mn-lt"/>
              </a:rPr>
              <a:t>é</a:t>
            </a:r>
            <a:r>
              <a:rPr lang="en-US" sz="2000" b="1" dirty="0">
                <a:solidFill>
                  <a:schemeClr val="tx1"/>
                </a:solidFill>
                <a:latin typeface="+mn-lt"/>
              </a:rPr>
              <a:t>tudes </a:t>
            </a:r>
          </a:p>
          <a:p>
            <a:r>
              <a:rPr lang="fr-FR" sz="2000" b="1" dirty="0">
                <a:solidFill>
                  <a:schemeClr val="tx1"/>
                </a:solidFill>
                <a:latin typeface="+mn-lt"/>
              </a:rPr>
              <a:t>En vue de l’obtention du diplôme de Mastère </a:t>
            </a:r>
            <a:r>
              <a:rPr lang="fr-FR" sz="1800" b="1" kern="0" dirty="0">
                <a:solidFill>
                  <a:schemeClr val="tx1"/>
                </a:solidFill>
                <a:latin typeface="+mn-lt"/>
              </a:rPr>
              <a:t>professionnel en </a:t>
            </a:r>
            <a:r>
              <a:rPr lang="en-US" sz="1800" b="1" kern="0" dirty="0">
                <a:solidFill>
                  <a:schemeClr val="tx1"/>
                </a:solidFill>
                <a:latin typeface="+mn-lt"/>
              </a:rPr>
              <a:t>data science and software development</a:t>
            </a:r>
            <a:endParaRPr kumimoji="1" lang="ja-JP" altLang="en-US" sz="2000" dirty="0">
              <a:solidFill>
                <a:schemeClr val="tx1"/>
              </a:solidFill>
              <a:latin typeface="+mn-lt"/>
            </a:endParaRPr>
          </a:p>
        </p:txBody>
      </p:sp>
      <p:sp>
        <p:nvSpPr>
          <p:cNvPr id="43" name="object 2"/>
          <p:cNvSpPr/>
          <p:nvPr/>
        </p:nvSpPr>
        <p:spPr>
          <a:xfrm>
            <a:off x="8543542" y="1"/>
            <a:ext cx="3648457" cy="296146"/>
          </a:xfrm>
          <a:custGeom>
            <a:avLst/>
            <a:gdLst/>
            <a:ahLst/>
            <a:cxnLst/>
            <a:rect l="l" t="t" r="r" b="b"/>
            <a:pathLst>
              <a:path w="2124709" h="260985">
                <a:moveTo>
                  <a:pt x="2124455" y="0"/>
                </a:moveTo>
                <a:lnTo>
                  <a:pt x="8381" y="0"/>
                </a:lnTo>
                <a:lnTo>
                  <a:pt x="0" y="8381"/>
                </a:lnTo>
                <a:lnTo>
                  <a:pt x="252222" y="260603"/>
                </a:lnTo>
                <a:lnTo>
                  <a:pt x="2124455" y="260603"/>
                </a:lnTo>
                <a:lnTo>
                  <a:pt x="2124455" y="0"/>
                </a:lnTo>
                <a:close/>
              </a:path>
            </a:pathLst>
          </a:custGeom>
          <a:solidFill>
            <a:srgbClr val="375F92"/>
          </a:solidFill>
        </p:spPr>
        <p:txBody>
          <a:bodyPr wrap="square" lIns="0" tIns="0" rIns="0" bIns="0" rtlCol="0"/>
          <a:lstStyle/>
          <a:p>
            <a:endParaRPr dirty="0"/>
          </a:p>
        </p:txBody>
      </p:sp>
      <p:sp>
        <p:nvSpPr>
          <p:cNvPr id="44" name="object 3"/>
          <p:cNvSpPr/>
          <p:nvPr/>
        </p:nvSpPr>
        <p:spPr>
          <a:xfrm>
            <a:off x="0" y="1"/>
            <a:ext cx="3648456" cy="260985"/>
          </a:xfrm>
          <a:prstGeom prst="rect">
            <a:avLst/>
          </a:prstGeom>
          <a:blipFill>
            <a:blip r:embed="rId3" cstate="print"/>
            <a:stretch>
              <a:fillRect/>
            </a:stretch>
          </a:blipFill>
        </p:spPr>
        <p:txBody>
          <a:bodyPr wrap="square" lIns="0" tIns="0" rIns="0" bIns="0" rtlCol="0"/>
          <a:lstStyle/>
          <a:p>
            <a:endParaRPr dirty="0"/>
          </a:p>
        </p:txBody>
      </p:sp>
      <p:sp>
        <p:nvSpPr>
          <p:cNvPr id="45" name="object 4"/>
          <p:cNvSpPr/>
          <p:nvPr/>
        </p:nvSpPr>
        <p:spPr>
          <a:xfrm>
            <a:off x="116115" y="1466920"/>
            <a:ext cx="6198580" cy="108453"/>
          </a:xfrm>
          <a:custGeom>
            <a:avLst/>
            <a:gdLst/>
            <a:ahLst/>
            <a:cxnLst/>
            <a:rect l="l" t="t" r="r" b="b"/>
            <a:pathLst>
              <a:path w="4607560" h="108584">
                <a:moveTo>
                  <a:pt x="4552950" y="0"/>
                </a:moveTo>
                <a:lnTo>
                  <a:pt x="0" y="0"/>
                </a:lnTo>
                <a:lnTo>
                  <a:pt x="0" y="108203"/>
                </a:lnTo>
                <a:lnTo>
                  <a:pt x="4552950" y="108203"/>
                </a:lnTo>
                <a:lnTo>
                  <a:pt x="4607052" y="54101"/>
                </a:lnTo>
                <a:lnTo>
                  <a:pt x="4552950" y="0"/>
                </a:lnTo>
                <a:close/>
              </a:path>
            </a:pathLst>
          </a:custGeom>
          <a:solidFill>
            <a:srgbClr val="375F92"/>
          </a:solidFill>
        </p:spPr>
        <p:txBody>
          <a:bodyPr wrap="square" lIns="0" tIns="0" rIns="0" bIns="0" rtlCol="0"/>
          <a:lstStyle/>
          <a:p>
            <a:endParaRPr dirty="0"/>
          </a:p>
        </p:txBody>
      </p:sp>
      <p:sp>
        <p:nvSpPr>
          <p:cNvPr id="46" name="object 5"/>
          <p:cNvSpPr/>
          <p:nvPr/>
        </p:nvSpPr>
        <p:spPr>
          <a:xfrm>
            <a:off x="6314694" y="1467170"/>
            <a:ext cx="5834742" cy="108203"/>
          </a:xfrm>
          <a:prstGeom prst="rect">
            <a:avLst/>
          </a:prstGeom>
          <a:blipFill>
            <a:blip r:embed="rId4" cstate="print"/>
            <a:stretch>
              <a:fillRect/>
            </a:stretch>
          </a:blipFill>
        </p:spPr>
        <p:txBody>
          <a:bodyPr wrap="square" lIns="0" tIns="0" rIns="0" bIns="0" rtlCol="0"/>
          <a:lstStyle/>
          <a:p>
            <a:endParaRPr dirty="0"/>
          </a:p>
        </p:txBody>
      </p:sp>
      <p:sp>
        <p:nvSpPr>
          <p:cNvPr id="47" name="object 6"/>
          <p:cNvSpPr/>
          <p:nvPr/>
        </p:nvSpPr>
        <p:spPr>
          <a:xfrm>
            <a:off x="7118098" y="6333436"/>
            <a:ext cx="5073902" cy="393682"/>
          </a:xfrm>
          <a:custGeom>
            <a:avLst/>
            <a:gdLst/>
            <a:ahLst/>
            <a:cxnLst/>
            <a:rect l="l" t="t" r="r" b="b"/>
            <a:pathLst>
              <a:path w="3996054" h="353695">
                <a:moveTo>
                  <a:pt x="3995928" y="0"/>
                </a:moveTo>
                <a:lnTo>
                  <a:pt x="179831" y="0"/>
                </a:lnTo>
                <a:lnTo>
                  <a:pt x="0" y="179832"/>
                </a:lnTo>
                <a:lnTo>
                  <a:pt x="173736" y="353568"/>
                </a:lnTo>
                <a:lnTo>
                  <a:pt x="3989832" y="353568"/>
                </a:lnTo>
                <a:lnTo>
                  <a:pt x="3816096" y="179832"/>
                </a:lnTo>
                <a:lnTo>
                  <a:pt x="3995928" y="0"/>
                </a:lnTo>
                <a:close/>
              </a:path>
            </a:pathLst>
          </a:custGeom>
          <a:solidFill>
            <a:srgbClr val="375F92"/>
          </a:solidFill>
        </p:spPr>
        <p:txBody>
          <a:bodyPr wrap="square" lIns="0" tIns="0" rIns="0" bIns="0" rtlCol="0"/>
          <a:lstStyle/>
          <a:p>
            <a:endParaRPr dirty="0"/>
          </a:p>
        </p:txBody>
      </p:sp>
      <p:sp>
        <p:nvSpPr>
          <p:cNvPr id="50" name="object 10"/>
          <p:cNvSpPr/>
          <p:nvPr/>
        </p:nvSpPr>
        <p:spPr>
          <a:xfrm>
            <a:off x="0" y="6318348"/>
            <a:ext cx="5446738" cy="423858"/>
          </a:xfrm>
          <a:prstGeom prst="rect">
            <a:avLst/>
          </a:prstGeom>
          <a:blipFill>
            <a:blip r:embed="rId5" cstate="print"/>
            <a:stretch>
              <a:fillRect/>
            </a:stretch>
          </a:blipFill>
        </p:spPr>
        <p:txBody>
          <a:bodyPr wrap="square" lIns="0" tIns="0" rIns="0" bIns="0" rtlCol="0"/>
          <a:lstStyle/>
          <a:p>
            <a:endParaRPr dirty="0"/>
          </a:p>
        </p:txBody>
      </p:sp>
      <p:sp>
        <p:nvSpPr>
          <p:cNvPr id="51" name="object 11"/>
          <p:cNvSpPr txBox="1"/>
          <p:nvPr/>
        </p:nvSpPr>
        <p:spPr>
          <a:xfrm>
            <a:off x="1212887" y="4523797"/>
            <a:ext cx="3425724" cy="723275"/>
          </a:xfrm>
          <a:prstGeom prst="rect">
            <a:avLst/>
          </a:prstGeom>
        </p:spPr>
        <p:txBody>
          <a:bodyPr vert="horz" wrap="square" lIns="0" tIns="109220" rIns="0" bIns="0" rtlCol="0">
            <a:spAutoFit/>
          </a:bodyPr>
          <a:lstStyle/>
          <a:p>
            <a:pPr marL="12700">
              <a:spcBef>
                <a:spcPts val="860"/>
              </a:spcBef>
            </a:pPr>
            <a:r>
              <a:rPr lang="fr-FR" b="1" dirty="0">
                <a:latin typeface="Century Gothic"/>
                <a:cs typeface="Century Gothic"/>
              </a:rPr>
              <a:t>Elaboré par </a:t>
            </a:r>
            <a:r>
              <a:rPr b="1" dirty="0">
                <a:latin typeface="Century Gothic"/>
                <a:cs typeface="Century Gothic"/>
              </a:rPr>
              <a:t>:</a:t>
            </a:r>
          </a:p>
          <a:p>
            <a:pPr marL="372110">
              <a:spcBef>
                <a:spcPts val="670"/>
              </a:spcBef>
            </a:pPr>
            <a:r>
              <a:rPr lang="fr-FR" sz="1600" dirty="0">
                <a:latin typeface="Century Gothic"/>
                <a:cs typeface="Century Gothic"/>
              </a:rPr>
              <a:t>Malek Boulouednine</a:t>
            </a:r>
            <a:endParaRPr sz="1600" dirty="0">
              <a:latin typeface="Century Gothic"/>
              <a:cs typeface="Century Gothic"/>
            </a:endParaRPr>
          </a:p>
        </p:txBody>
      </p:sp>
      <p:sp>
        <p:nvSpPr>
          <p:cNvPr id="53" name="object 18"/>
          <p:cNvSpPr txBox="1"/>
          <p:nvPr/>
        </p:nvSpPr>
        <p:spPr>
          <a:xfrm>
            <a:off x="6096000" y="4472617"/>
            <a:ext cx="5993535" cy="1022909"/>
          </a:xfrm>
          <a:prstGeom prst="rect">
            <a:avLst/>
          </a:prstGeom>
        </p:spPr>
        <p:txBody>
          <a:bodyPr vert="horz" wrap="square" lIns="0" tIns="109220" rIns="0" bIns="0" rtlCol="0">
            <a:spAutoFit/>
          </a:bodyPr>
          <a:lstStyle/>
          <a:p>
            <a:pPr marR="229235" algn="ctr">
              <a:spcBef>
                <a:spcPts val="860"/>
              </a:spcBef>
            </a:pPr>
            <a:r>
              <a:rPr b="1" dirty="0">
                <a:latin typeface="Century Gothic"/>
                <a:cs typeface="Century Gothic"/>
              </a:rPr>
              <a:t>Encadré</a:t>
            </a:r>
            <a:r>
              <a:rPr b="1" spc="-15" dirty="0">
                <a:latin typeface="Century Gothic"/>
                <a:cs typeface="Century Gothic"/>
              </a:rPr>
              <a:t> </a:t>
            </a:r>
            <a:r>
              <a:rPr b="1" dirty="0">
                <a:latin typeface="Century Gothic"/>
                <a:cs typeface="Century Gothic"/>
              </a:rPr>
              <a:t>par</a:t>
            </a:r>
            <a:r>
              <a:rPr lang="fr-FR" b="1" dirty="0">
                <a:latin typeface="Century Gothic"/>
                <a:cs typeface="Century Gothic"/>
              </a:rPr>
              <a:t> </a:t>
            </a:r>
            <a:r>
              <a:rPr b="1" dirty="0">
                <a:latin typeface="Century Gothic"/>
                <a:cs typeface="Century Gothic"/>
              </a:rPr>
              <a:t>:</a:t>
            </a:r>
            <a:r>
              <a:rPr lang="fr-FR" b="1" dirty="0">
                <a:latin typeface="Century Gothic"/>
                <a:cs typeface="Century Gothic"/>
              </a:rPr>
              <a:t> </a:t>
            </a:r>
            <a:endParaRPr dirty="0">
              <a:latin typeface="Century Gothic"/>
              <a:cs typeface="Century Gothic"/>
            </a:endParaRPr>
          </a:p>
          <a:p>
            <a:pPr marL="2484755" marR="5080">
              <a:lnSpc>
                <a:spcPct val="131400"/>
              </a:lnSpc>
              <a:spcBef>
                <a:spcPts val="65"/>
              </a:spcBef>
            </a:pPr>
            <a:r>
              <a:rPr lang="fr-FR" sz="1600" dirty="0">
                <a:latin typeface="Century Gothic"/>
                <a:cs typeface="Century Gothic"/>
              </a:rPr>
              <a:t>  Mme. </a:t>
            </a:r>
            <a:r>
              <a:rPr lang="fr-FR" sz="1600" dirty="0" err="1">
                <a:latin typeface="Century Gothic"/>
                <a:cs typeface="Century Gothic"/>
              </a:rPr>
              <a:t>Hanen</a:t>
            </a:r>
            <a:r>
              <a:rPr lang="fr-FR" sz="1600" dirty="0">
                <a:latin typeface="Century Gothic"/>
                <a:cs typeface="Century Gothic"/>
              </a:rPr>
              <a:t> Brahmi(ESEN</a:t>
            </a:r>
            <a:r>
              <a:rPr lang="fr-FR" sz="1600" b="1" dirty="0"/>
              <a:t>)</a:t>
            </a:r>
          </a:p>
          <a:p>
            <a:pPr marL="2484755" marR="5080">
              <a:lnSpc>
                <a:spcPct val="131400"/>
              </a:lnSpc>
              <a:spcBef>
                <a:spcPts val="65"/>
              </a:spcBef>
            </a:pPr>
            <a:r>
              <a:rPr lang="fr-FR" sz="1600" dirty="0">
                <a:latin typeface="Century Gothic"/>
                <a:cs typeface="Century Gothic"/>
              </a:rPr>
              <a:t>  Mme. Lilia </a:t>
            </a:r>
            <a:r>
              <a:rPr lang="fr-FR" sz="1600" dirty="0" err="1">
                <a:latin typeface="Century Gothic"/>
                <a:cs typeface="Century Gothic"/>
              </a:rPr>
              <a:t>Zghal</a:t>
            </a:r>
            <a:r>
              <a:rPr lang="fr-FR" sz="1600" dirty="0">
                <a:latin typeface="Century Gothic"/>
                <a:cs typeface="Century Gothic"/>
              </a:rPr>
              <a:t>(</a:t>
            </a:r>
            <a:r>
              <a:rPr lang="fr-FR" sz="1600" dirty="0" err="1">
                <a:latin typeface="Century Gothic"/>
                <a:cs typeface="Century Gothic"/>
              </a:rPr>
              <a:t>WeVioo</a:t>
            </a:r>
            <a:r>
              <a:rPr lang="fr-FR" sz="1600" dirty="0">
                <a:latin typeface="Century Gothic"/>
                <a:cs typeface="Century Gothic"/>
              </a:rPr>
              <a:t>)</a:t>
            </a:r>
            <a:endParaRPr sz="1600" dirty="0">
              <a:latin typeface="Century Gothic"/>
              <a:cs typeface="Century Gothic"/>
            </a:endParaRPr>
          </a:p>
        </p:txBody>
      </p:sp>
      <p:sp>
        <p:nvSpPr>
          <p:cNvPr id="55" name="object 20"/>
          <p:cNvSpPr txBox="1"/>
          <p:nvPr/>
        </p:nvSpPr>
        <p:spPr>
          <a:xfrm>
            <a:off x="4638611" y="5883544"/>
            <a:ext cx="3904931" cy="289823"/>
          </a:xfrm>
          <a:prstGeom prst="rect">
            <a:avLst/>
          </a:prstGeom>
        </p:spPr>
        <p:txBody>
          <a:bodyPr vert="horz" wrap="square" lIns="0" tIns="12700" rIns="0" bIns="0" rtlCol="0">
            <a:spAutoFit/>
          </a:bodyPr>
          <a:lstStyle/>
          <a:p>
            <a:pPr marL="12700">
              <a:spcBef>
                <a:spcPts val="100"/>
              </a:spcBef>
            </a:pPr>
            <a:r>
              <a:rPr lang="fr-FR" b="1" dirty="0">
                <a:latin typeface="Century Gothic"/>
                <a:cs typeface="Century Gothic"/>
              </a:rPr>
              <a:t>Année</a:t>
            </a:r>
            <a:r>
              <a:rPr b="1" spc="-85" dirty="0">
                <a:latin typeface="Century Gothic"/>
                <a:cs typeface="Century Gothic"/>
              </a:rPr>
              <a:t> </a:t>
            </a:r>
            <a:r>
              <a:rPr lang="fr-FR" b="1" spc="-5" dirty="0">
                <a:latin typeface="Century Gothic"/>
                <a:cs typeface="Century Gothic"/>
              </a:rPr>
              <a:t>Universitaire </a:t>
            </a:r>
            <a:r>
              <a:rPr b="1" spc="-5" dirty="0">
                <a:latin typeface="Century Gothic"/>
                <a:cs typeface="Century Gothic"/>
              </a:rPr>
              <a:t>:20</a:t>
            </a:r>
            <a:r>
              <a:rPr lang="en-US" b="1" spc="-5" dirty="0">
                <a:latin typeface="Century Gothic"/>
                <a:cs typeface="Century Gothic"/>
              </a:rPr>
              <a:t>20</a:t>
            </a:r>
            <a:r>
              <a:rPr b="1" spc="-5" dirty="0">
                <a:latin typeface="Century Gothic"/>
                <a:cs typeface="Century Gothic"/>
              </a:rPr>
              <a:t>/20</a:t>
            </a:r>
            <a:r>
              <a:rPr lang="fr-FR" b="1" spc="-5" dirty="0">
                <a:latin typeface="Century Gothic"/>
                <a:cs typeface="Century Gothic"/>
              </a:rPr>
              <a:t>21</a:t>
            </a:r>
            <a:endParaRPr dirty="0">
              <a:latin typeface="Century Gothic"/>
              <a:cs typeface="Century Gothic"/>
            </a:endParaRPr>
          </a:p>
        </p:txBody>
      </p:sp>
      <p:pic>
        <p:nvPicPr>
          <p:cNvPr id="56" name="Image 55"/>
          <p:cNvPicPr/>
          <p:nvPr/>
        </p:nvPicPr>
        <p:blipFill>
          <a:blip r:embed="rId6" cstate="print">
            <a:extLst>
              <a:ext uri="{28A0092B-C50C-407E-A947-70E740481C1C}">
                <a14:useLocalDpi xmlns:a14="http://schemas.microsoft.com/office/drawing/2010/main" val="0"/>
              </a:ext>
            </a:extLst>
          </a:blip>
          <a:stretch>
            <a:fillRect/>
          </a:stretch>
        </p:blipFill>
        <p:spPr>
          <a:xfrm>
            <a:off x="856343" y="306519"/>
            <a:ext cx="2152650" cy="1057910"/>
          </a:xfrm>
          <a:prstGeom prst="rect">
            <a:avLst/>
          </a:prstGeom>
        </p:spPr>
      </p:pic>
      <p:sp>
        <p:nvSpPr>
          <p:cNvPr id="58" name="Rectangle 57"/>
          <p:cNvSpPr/>
          <p:nvPr/>
        </p:nvSpPr>
        <p:spPr>
          <a:xfrm>
            <a:off x="3234418" y="532055"/>
            <a:ext cx="6096000" cy="1200329"/>
          </a:xfrm>
          <a:prstGeom prst="rect">
            <a:avLst/>
          </a:prstGeom>
        </p:spPr>
        <p:txBody>
          <a:bodyPr>
            <a:spAutoFit/>
          </a:bodyPr>
          <a:lstStyle/>
          <a:p>
            <a:pPr algn="ctr" defTabSz="457200" eaLnBrk="0" fontAlgn="base" hangingPunct="0">
              <a:spcBef>
                <a:spcPct val="0"/>
              </a:spcBef>
              <a:spcAft>
                <a:spcPct val="0"/>
              </a:spcAft>
            </a:pPr>
            <a:r>
              <a:rPr lang="fr-FR" b="1" dirty="0">
                <a:solidFill>
                  <a:prstClr val="black">
                    <a:lumMod val="95000"/>
                    <a:lumOff val="5000"/>
                  </a:prstClr>
                </a:solidFill>
                <a:latin typeface="Calibri" panose="020F0502020204030204" pitchFamily="34" charset="0"/>
              </a:rPr>
              <a:t>Université de Manouba</a:t>
            </a:r>
          </a:p>
          <a:p>
            <a:pPr algn="ctr" defTabSz="457200" eaLnBrk="0" fontAlgn="base" hangingPunct="0">
              <a:spcBef>
                <a:spcPct val="0"/>
              </a:spcBef>
              <a:spcAft>
                <a:spcPct val="0"/>
              </a:spcAft>
            </a:pPr>
            <a:r>
              <a:rPr lang="fr-FR" b="1" dirty="0">
                <a:solidFill>
                  <a:prstClr val="black">
                    <a:lumMod val="95000"/>
                    <a:lumOff val="5000"/>
                  </a:prstClr>
                </a:solidFill>
                <a:latin typeface="Calibri" panose="020F0502020204030204" pitchFamily="34" charset="0"/>
              </a:rPr>
              <a:t>École Supérieure d’Économie Numérique</a:t>
            </a:r>
          </a:p>
          <a:p>
            <a:pPr algn="ctr" defTabSz="457200" eaLnBrk="0" fontAlgn="base" hangingPunct="0">
              <a:spcBef>
                <a:spcPct val="0"/>
              </a:spcBef>
              <a:spcAft>
                <a:spcPct val="0"/>
              </a:spcAft>
            </a:pPr>
            <a:br>
              <a:rPr lang="fr-FR" b="1" dirty="0">
                <a:solidFill>
                  <a:prstClr val="black">
                    <a:lumMod val="95000"/>
                    <a:lumOff val="5000"/>
                  </a:prstClr>
                </a:solidFill>
                <a:latin typeface="Calibri" panose="020F0502020204030204" pitchFamily="34" charset="0"/>
              </a:rPr>
            </a:br>
            <a:endParaRPr lang="fr-FR" b="1" dirty="0">
              <a:solidFill>
                <a:prstClr val="black">
                  <a:lumMod val="95000"/>
                  <a:lumOff val="5000"/>
                </a:prstClr>
              </a:solidFill>
              <a:latin typeface="Calibri" panose="020F0502020204030204" pitchFamily="34" charset="0"/>
            </a:endParaRPr>
          </a:p>
        </p:txBody>
      </p:sp>
      <p:pic>
        <p:nvPicPr>
          <p:cNvPr id="16" name="Picture 2" descr="D:\pfe master\wevioo_1.png">
            <a:extLst>
              <a:ext uri="{FF2B5EF4-FFF2-40B4-BE49-F238E27FC236}">
                <a16:creationId xmlns:a16="http://schemas.microsoft.com/office/drawing/2014/main" id="{379B5990-07EF-4D68-A37F-38F78F8CC2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55049" y="240601"/>
            <a:ext cx="1967648" cy="1107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7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1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1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1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10"/>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10"/>
                                        <p:tgtEl>
                                          <p:spTgt spid="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10"/>
                                        <p:tgtEl>
                                          <p:spTgt spid="5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10"/>
                                        <p:tgtEl>
                                          <p:spTgt spid="5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10"/>
                                        <p:tgtEl>
                                          <p:spTgt spid="55"/>
                                        </p:tgtEl>
                                      </p:cBhvr>
                                    </p:animEffect>
                                  </p:childTnLst>
                                </p:cTn>
                              </p:par>
                              <p:par>
                                <p:cTn id="32" presetID="10" presetClass="entr" presetSubtype="0"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10"/>
                                        <p:tgtEl>
                                          <p:spTgt spid="5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fade">
                                      <p:cBhvr>
                                        <p:cTn id="37" dur="10"/>
                                        <p:tgtEl>
                                          <p:spTgt spid="58"/>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
                                            <p:txEl>
                                              <p:pRg st="1" end="1"/>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uild="p"/>
      <p:bldP spid="43" grpId="0" animBg="1"/>
      <p:bldP spid="44" grpId="0" animBg="1"/>
      <p:bldP spid="45" grpId="0" animBg="1"/>
      <p:bldP spid="46" grpId="0" animBg="1"/>
      <p:bldP spid="47" grpId="0" animBg="1"/>
      <p:bldP spid="50" grpId="0" animBg="1"/>
      <p:bldP spid="51" grpId="0"/>
      <p:bldP spid="53" grpId="0"/>
      <p:bldP spid="55" grpId="0"/>
      <p:bldP spid="5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1387" y="2304283"/>
            <a:ext cx="554947" cy="5550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3" name="Rectangle 2"/>
          <p:cNvSpPr/>
          <p:nvPr/>
        </p:nvSpPr>
        <p:spPr>
          <a:xfrm>
            <a:off x="201387" y="3079893"/>
            <a:ext cx="554947" cy="5550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4" name="Rectangle 3"/>
          <p:cNvSpPr/>
          <p:nvPr/>
        </p:nvSpPr>
        <p:spPr>
          <a:xfrm>
            <a:off x="201387" y="3792744"/>
            <a:ext cx="554947" cy="5550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5" name="Rectangle 4"/>
          <p:cNvSpPr/>
          <p:nvPr/>
        </p:nvSpPr>
        <p:spPr>
          <a:xfrm>
            <a:off x="201387" y="4568354"/>
            <a:ext cx="554947" cy="5550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7" name="TextBox 118"/>
          <p:cNvSpPr txBox="1"/>
          <p:nvPr/>
        </p:nvSpPr>
        <p:spPr>
          <a:xfrm>
            <a:off x="1113676" y="2372007"/>
            <a:ext cx="2891817" cy="707886"/>
          </a:xfrm>
          <a:prstGeom prst="rect">
            <a:avLst/>
          </a:prstGeom>
          <a:noFill/>
        </p:spPr>
        <p:txBody>
          <a:bodyPr wrap="none" rtlCol="0">
            <a:spAutoFit/>
          </a:bodyPr>
          <a:lstStyle/>
          <a:p>
            <a:r>
              <a:rPr lang="fr-FR" sz="2000" b="1" dirty="0">
                <a:latin typeface="Lato Regular"/>
                <a:cs typeface="Lato Regular"/>
              </a:rPr>
              <a:t>Cadre général du projet</a:t>
            </a:r>
          </a:p>
          <a:p>
            <a:endParaRPr lang="id-ID" sz="2000" b="1" dirty="0">
              <a:latin typeface="Lato Regular"/>
              <a:cs typeface="Lato Regular"/>
            </a:endParaRPr>
          </a:p>
        </p:txBody>
      </p:sp>
      <p:sp>
        <p:nvSpPr>
          <p:cNvPr id="10" name="TextBox 121"/>
          <p:cNvSpPr txBox="1"/>
          <p:nvPr/>
        </p:nvSpPr>
        <p:spPr>
          <a:xfrm>
            <a:off x="1128844" y="3196819"/>
            <a:ext cx="4892686" cy="400110"/>
          </a:xfrm>
          <a:prstGeom prst="rect">
            <a:avLst/>
          </a:prstGeom>
          <a:noFill/>
        </p:spPr>
        <p:txBody>
          <a:bodyPr wrap="none" rtlCol="0">
            <a:spAutoFit/>
          </a:bodyPr>
          <a:lstStyle/>
          <a:p>
            <a:r>
              <a:rPr lang="fr-FR" sz="2000" b="1" dirty="0">
                <a:latin typeface="Lato Regular"/>
                <a:cs typeface="Lato Regular"/>
              </a:rPr>
              <a:t>Présentation de la méthodologie adoptée</a:t>
            </a:r>
          </a:p>
        </p:txBody>
      </p:sp>
      <p:sp>
        <p:nvSpPr>
          <p:cNvPr id="13" name="TextBox 124"/>
          <p:cNvSpPr txBox="1"/>
          <p:nvPr/>
        </p:nvSpPr>
        <p:spPr>
          <a:xfrm>
            <a:off x="1128844" y="3915765"/>
            <a:ext cx="3212739" cy="707886"/>
          </a:xfrm>
          <a:prstGeom prst="rect">
            <a:avLst/>
          </a:prstGeom>
          <a:noFill/>
        </p:spPr>
        <p:txBody>
          <a:bodyPr wrap="none" rtlCol="0">
            <a:spAutoFit/>
          </a:bodyPr>
          <a:lstStyle>
            <a:defPPr>
              <a:defRPr lang="fr-FR"/>
            </a:defPPr>
            <a:lvl1pPr lvl="0">
              <a:defRPr sz="1400" b="1"/>
            </a:lvl1pPr>
          </a:lstStyle>
          <a:p>
            <a:r>
              <a:rPr lang="fr-FR" sz="2000" dirty="0">
                <a:latin typeface="Lato Regular"/>
                <a:cs typeface="Lato Regular"/>
              </a:rPr>
              <a:t>Compréhension du métier </a:t>
            </a:r>
          </a:p>
          <a:p>
            <a:endParaRPr lang="fr-FR" sz="2000" dirty="0">
              <a:latin typeface="Lato Regular"/>
              <a:cs typeface="Lato Regular"/>
            </a:endParaRPr>
          </a:p>
        </p:txBody>
      </p:sp>
      <p:sp>
        <p:nvSpPr>
          <p:cNvPr id="16" name="TextBox 127"/>
          <p:cNvSpPr txBox="1"/>
          <p:nvPr/>
        </p:nvSpPr>
        <p:spPr>
          <a:xfrm>
            <a:off x="1113676" y="4713040"/>
            <a:ext cx="4316294" cy="400110"/>
          </a:xfrm>
          <a:prstGeom prst="rect">
            <a:avLst/>
          </a:prstGeom>
          <a:noFill/>
        </p:spPr>
        <p:txBody>
          <a:bodyPr wrap="square" rtlCol="0">
            <a:spAutoFit/>
          </a:bodyPr>
          <a:lstStyle/>
          <a:p>
            <a:r>
              <a:rPr lang="fr-FR" sz="2000" b="1" dirty="0">
                <a:latin typeface="Lato Regular"/>
                <a:cs typeface="Lato Regular"/>
              </a:rPr>
              <a:t>Collecte des articles</a:t>
            </a:r>
          </a:p>
        </p:txBody>
      </p:sp>
      <p:sp>
        <p:nvSpPr>
          <p:cNvPr id="18" name="Rectangle 17"/>
          <p:cNvSpPr/>
          <p:nvPr/>
        </p:nvSpPr>
        <p:spPr>
          <a:xfrm>
            <a:off x="6454534" y="5264517"/>
            <a:ext cx="554947" cy="5550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19" name="Rectangle 18"/>
          <p:cNvSpPr/>
          <p:nvPr/>
        </p:nvSpPr>
        <p:spPr>
          <a:xfrm>
            <a:off x="6490871" y="4348839"/>
            <a:ext cx="554947" cy="5550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23" name="TextBox 154"/>
          <p:cNvSpPr txBox="1"/>
          <p:nvPr/>
        </p:nvSpPr>
        <p:spPr>
          <a:xfrm>
            <a:off x="7224397" y="3217990"/>
            <a:ext cx="4540813" cy="400110"/>
          </a:xfrm>
          <a:prstGeom prst="rect">
            <a:avLst/>
          </a:prstGeom>
          <a:noFill/>
        </p:spPr>
        <p:txBody>
          <a:bodyPr wrap="square" rtlCol="0">
            <a:spAutoFit/>
          </a:bodyPr>
          <a:lstStyle/>
          <a:p>
            <a:pPr lvl="0"/>
            <a:r>
              <a:rPr lang="fr-FR" sz="2000" b="1" dirty="0">
                <a:latin typeface="Lato Regular"/>
                <a:cs typeface="Lato Regular"/>
              </a:rPr>
              <a:t>Évaluation et déploiement </a:t>
            </a:r>
          </a:p>
        </p:txBody>
      </p:sp>
      <p:sp>
        <p:nvSpPr>
          <p:cNvPr id="26" name="TextBox 169"/>
          <p:cNvSpPr txBox="1"/>
          <p:nvPr/>
        </p:nvSpPr>
        <p:spPr>
          <a:xfrm>
            <a:off x="7242772" y="4326405"/>
            <a:ext cx="4504061" cy="400110"/>
          </a:xfrm>
          <a:prstGeom prst="rect">
            <a:avLst/>
          </a:prstGeom>
          <a:noFill/>
        </p:spPr>
        <p:txBody>
          <a:bodyPr wrap="square" rtlCol="0">
            <a:spAutoFit/>
          </a:bodyPr>
          <a:lstStyle/>
          <a:p>
            <a:r>
              <a:rPr lang="fr-FR" sz="2000" b="1" dirty="0">
                <a:latin typeface="Lato Regular"/>
                <a:cs typeface="Lato Regular"/>
              </a:rPr>
              <a:t>Démonstration</a:t>
            </a:r>
          </a:p>
        </p:txBody>
      </p:sp>
      <p:sp>
        <p:nvSpPr>
          <p:cNvPr id="29" name="TextBox 172"/>
          <p:cNvSpPr txBox="1"/>
          <p:nvPr/>
        </p:nvSpPr>
        <p:spPr>
          <a:xfrm>
            <a:off x="7258071" y="5377353"/>
            <a:ext cx="3440540" cy="707886"/>
          </a:xfrm>
          <a:prstGeom prst="rect">
            <a:avLst/>
          </a:prstGeom>
          <a:noFill/>
        </p:spPr>
        <p:txBody>
          <a:bodyPr wrap="square" rtlCol="0">
            <a:spAutoFit/>
          </a:bodyPr>
          <a:lstStyle/>
          <a:p>
            <a:r>
              <a:rPr lang="fr-FR" sz="2000" b="1" dirty="0">
                <a:latin typeface="Lato Regular"/>
                <a:cs typeface="Lato Regular"/>
              </a:rPr>
              <a:t>Conclusion et perspectives</a:t>
            </a:r>
          </a:p>
          <a:p>
            <a:endParaRPr lang="id-ID" sz="2000" b="1" dirty="0">
              <a:latin typeface="Lato Regular"/>
              <a:cs typeface="Lato Regular"/>
            </a:endParaRPr>
          </a:p>
        </p:txBody>
      </p:sp>
      <p:sp>
        <p:nvSpPr>
          <p:cNvPr id="38" name="AutoShape 14"/>
          <p:cNvSpPr>
            <a:spLocks/>
          </p:cNvSpPr>
          <p:nvPr/>
        </p:nvSpPr>
        <p:spPr bwMode="auto">
          <a:xfrm>
            <a:off x="10698611" y="4653916"/>
            <a:ext cx="249296" cy="2732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561" y="5503"/>
                </a:moveTo>
                <a:cubicBezTo>
                  <a:pt x="20836" y="5503"/>
                  <a:pt x="21078" y="5553"/>
                  <a:pt x="21285" y="5656"/>
                </a:cubicBezTo>
                <a:cubicBezTo>
                  <a:pt x="21498" y="5760"/>
                  <a:pt x="21599" y="5889"/>
                  <a:pt x="21599" y="6045"/>
                </a:cubicBezTo>
                <a:cubicBezTo>
                  <a:pt x="21599" y="6136"/>
                  <a:pt x="21585" y="6208"/>
                  <a:pt x="21556" y="6261"/>
                </a:cubicBezTo>
                <a:lnTo>
                  <a:pt x="8488" y="21266"/>
                </a:lnTo>
                <a:cubicBezTo>
                  <a:pt x="8333" y="21489"/>
                  <a:pt x="8000" y="21599"/>
                  <a:pt x="7493" y="21599"/>
                </a:cubicBezTo>
                <a:cubicBezTo>
                  <a:pt x="7217" y="21599"/>
                  <a:pt x="6961" y="21549"/>
                  <a:pt x="6729" y="21446"/>
                </a:cubicBezTo>
                <a:cubicBezTo>
                  <a:pt x="6497" y="21343"/>
                  <a:pt x="6381" y="21213"/>
                  <a:pt x="6381" y="21057"/>
                </a:cubicBezTo>
                <a:cubicBezTo>
                  <a:pt x="6381" y="21014"/>
                  <a:pt x="6406" y="20973"/>
                  <a:pt x="6454" y="20947"/>
                </a:cubicBezTo>
                <a:lnTo>
                  <a:pt x="11169" y="10444"/>
                </a:lnTo>
                <a:cubicBezTo>
                  <a:pt x="10985" y="10473"/>
                  <a:pt x="10613" y="10531"/>
                  <a:pt x="10058" y="10610"/>
                </a:cubicBezTo>
                <a:cubicBezTo>
                  <a:pt x="9502" y="10689"/>
                  <a:pt x="8874" y="10776"/>
                  <a:pt x="8164" y="10867"/>
                </a:cubicBezTo>
                <a:cubicBezTo>
                  <a:pt x="7454" y="10960"/>
                  <a:pt x="6705" y="11061"/>
                  <a:pt x="5922" y="11171"/>
                </a:cubicBezTo>
                <a:cubicBezTo>
                  <a:pt x="5135" y="11284"/>
                  <a:pt x="4401" y="11387"/>
                  <a:pt x="3724" y="11483"/>
                </a:cubicBezTo>
                <a:cubicBezTo>
                  <a:pt x="3043" y="11579"/>
                  <a:pt x="2459" y="11654"/>
                  <a:pt x="1966" y="11707"/>
                </a:cubicBezTo>
                <a:cubicBezTo>
                  <a:pt x="1473" y="11760"/>
                  <a:pt x="1178" y="11786"/>
                  <a:pt x="1087" y="11786"/>
                </a:cubicBezTo>
                <a:cubicBezTo>
                  <a:pt x="777" y="11786"/>
                  <a:pt x="521" y="11733"/>
                  <a:pt x="314" y="11623"/>
                </a:cubicBezTo>
                <a:cubicBezTo>
                  <a:pt x="106" y="11510"/>
                  <a:pt x="0" y="11385"/>
                  <a:pt x="0" y="11248"/>
                </a:cubicBezTo>
                <a:cubicBezTo>
                  <a:pt x="0" y="11186"/>
                  <a:pt x="14" y="11150"/>
                  <a:pt x="43" y="11133"/>
                </a:cubicBezTo>
                <a:lnTo>
                  <a:pt x="4879" y="424"/>
                </a:lnTo>
                <a:cubicBezTo>
                  <a:pt x="4942" y="302"/>
                  <a:pt x="5067" y="201"/>
                  <a:pt x="5261" y="120"/>
                </a:cubicBezTo>
                <a:cubicBezTo>
                  <a:pt x="5454" y="40"/>
                  <a:pt x="5671" y="0"/>
                  <a:pt x="5922" y="0"/>
                </a:cubicBezTo>
                <a:lnTo>
                  <a:pt x="13874" y="0"/>
                </a:lnTo>
                <a:cubicBezTo>
                  <a:pt x="14155" y="0"/>
                  <a:pt x="14396" y="52"/>
                  <a:pt x="14604" y="153"/>
                </a:cubicBezTo>
                <a:cubicBezTo>
                  <a:pt x="14812" y="256"/>
                  <a:pt x="14918" y="386"/>
                  <a:pt x="14918" y="539"/>
                </a:cubicBezTo>
                <a:cubicBezTo>
                  <a:pt x="14918" y="585"/>
                  <a:pt x="14908" y="623"/>
                  <a:pt x="14894" y="652"/>
                </a:cubicBezTo>
                <a:cubicBezTo>
                  <a:pt x="14879" y="686"/>
                  <a:pt x="14855" y="729"/>
                  <a:pt x="14821" y="779"/>
                </a:cubicBezTo>
                <a:lnTo>
                  <a:pt x="10662" y="6801"/>
                </a:lnTo>
                <a:cubicBezTo>
                  <a:pt x="10845" y="6770"/>
                  <a:pt x="11208" y="6719"/>
                  <a:pt x="11749" y="6647"/>
                </a:cubicBezTo>
                <a:cubicBezTo>
                  <a:pt x="12290" y="6573"/>
                  <a:pt x="12913" y="6491"/>
                  <a:pt x="13618" y="6398"/>
                </a:cubicBezTo>
                <a:cubicBezTo>
                  <a:pt x="14329" y="6307"/>
                  <a:pt x="15063" y="6206"/>
                  <a:pt x="15821" y="6095"/>
                </a:cubicBezTo>
                <a:cubicBezTo>
                  <a:pt x="16575" y="5983"/>
                  <a:pt x="17290" y="5884"/>
                  <a:pt x="17971" y="5800"/>
                </a:cubicBezTo>
                <a:cubicBezTo>
                  <a:pt x="18648" y="5719"/>
                  <a:pt x="19227" y="5647"/>
                  <a:pt x="19706" y="5589"/>
                </a:cubicBezTo>
                <a:cubicBezTo>
                  <a:pt x="20179" y="5534"/>
                  <a:pt x="20464" y="5503"/>
                  <a:pt x="20561" y="5503"/>
                </a:cubicBezTo>
              </a:path>
            </a:pathLst>
          </a:custGeom>
          <a:solidFill>
            <a:schemeClr val="bg1"/>
          </a:solidFill>
          <a:ln>
            <a:noFill/>
          </a:ln>
          <a:effectLst/>
        </p:spPr>
        <p:txBody>
          <a:bodyPr lIns="38102" tIns="38102" rIns="38102" bIns="38102" anchor="ctr"/>
          <a:lstStyle/>
          <a:p>
            <a:pPr defTabSz="342915">
              <a:defRPr/>
            </a:pPr>
            <a:endParaRPr lang="es-ES" sz="2176" dirty="0">
              <a:solidFill>
                <a:srgbClr val="44CEB9"/>
              </a:solidFill>
              <a:effectLst>
                <a:outerShdw blurRad="38100" dist="38100" dir="2700000" algn="tl">
                  <a:srgbClr val="000000"/>
                </a:outerShdw>
              </a:effectLst>
              <a:latin typeface="Gill Sans" charset="0"/>
              <a:cs typeface="Gill Sans" charset="0"/>
              <a:sym typeface="Gill Sans" charset="0"/>
            </a:endParaRPr>
          </a:p>
        </p:txBody>
      </p:sp>
      <p:sp>
        <p:nvSpPr>
          <p:cNvPr id="44" name="Rectangle 43"/>
          <p:cNvSpPr/>
          <p:nvPr/>
        </p:nvSpPr>
        <p:spPr>
          <a:xfrm>
            <a:off x="5812454" y="1783327"/>
            <a:ext cx="582541" cy="3429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4261" tIns="17132" rIns="34261" bIns="17132" rtlCol="0" anchor="ctr"/>
          <a:lstStyle/>
          <a:p>
            <a:pPr algn="ctr"/>
            <a:endParaRPr lang="en-US" sz="1351" dirty="0">
              <a:solidFill>
                <a:schemeClr val="accent2"/>
              </a:solidFill>
              <a:latin typeface="Open Sans Light"/>
            </a:endParaRPr>
          </a:p>
        </p:txBody>
      </p:sp>
      <p:sp>
        <p:nvSpPr>
          <p:cNvPr id="57" name="Rectangle 56"/>
          <p:cNvSpPr/>
          <p:nvPr/>
        </p:nvSpPr>
        <p:spPr>
          <a:xfrm>
            <a:off x="354467" y="2447016"/>
            <a:ext cx="312906" cy="369332"/>
          </a:xfrm>
          <a:prstGeom prst="rect">
            <a:avLst/>
          </a:prstGeom>
        </p:spPr>
        <p:txBody>
          <a:bodyPr wrap="none">
            <a:spAutoFit/>
          </a:bodyPr>
          <a:lstStyle/>
          <a:p>
            <a:r>
              <a:rPr lang="fr-FR" b="1" dirty="0">
                <a:solidFill>
                  <a:schemeClr val="bg1"/>
                </a:solidFill>
                <a:latin typeface="Lato Regular"/>
                <a:cs typeface="Lato Regular"/>
              </a:rPr>
              <a:t>1</a:t>
            </a:r>
            <a:endParaRPr lang="fr-FR" dirty="0">
              <a:solidFill>
                <a:schemeClr val="bg1"/>
              </a:solidFill>
            </a:endParaRPr>
          </a:p>
        </p:txBody>
      </p:sp>
      <p:sp>
        <p:nvSpPr>
          <p:cNvPr id="58" name="Rectangle 57"/>
          <p:cNvSpPr/>
          <p:nvPr/>
        </p:nvSpPr>
        <p:spPr>
          <a:xfrm>
            <a:off x="322407" y="3172773"/>
            <a:ext cx="312906" cy="369332"/>
          </a:xfrm>
          <a:prstGeom prst="rect">
            <a:avLst/>
          </a:prstGeom>
        </p:spPr>
        <p:txBody>
          <a:bodyPr wrap="none">
            <a:spAutoFit/>
          </a:bodyPr>
          <a:lstStyle/>
          <a:p>
            <a:r>
              <a:rPr lang="fr-FR" b="1" dirty="0">
                <a:solidFill>
                  <a:schemeClr val="bg1"/>
                </a:solidFill>
                <a:latin typeface="Lato Regular"/>
                <a:cs typeface="Lato Regular"/>
              </a:rPr>
              <a:t>2</a:t>
            </a:r>
            <a:endParaRPr lang="fr-FR" dirty="0">
              <a:solidFill>
                <a:schemeClr val="bg1"/>
              </a:solidFill>
            </a:endParaRPr>
          </a:p>
        </p:txBody>
      </p:sp>
      <p:sp>
        <p:nvSpPr>
          <p:cNvPr id="59" name="Rectangle 58"/>
          <p:cNvSpPr/>
          <p:nvPr/>
        </p:nvSpPr>
        <p:spPr>
          <a:xfrm>
            <a:off x="327971" y="3924059"/>
            <a:ext cx="312906" cy="369332"/>
          </a:xfrm>
          <a:prstGeom prst="rect">
            <a:avLst/>
          </a:prstGeom>
        </p:spPr>
        <p:txBody>
          <a:bodyPr wrap="none">
            <a:spAutoFit/>
          </a:bodyPr>
          <a:lstStyle/>
          <a:p>
            <a:r>
              <a:rPr lang="fr-FR" b="1" dirty="0">
                <a:solidFill>
                  <a:schemeClr val="bg1"/>
                </a:solidFill>
                <a:latin typeface="Lato Regular"/>
                <a:cs typeface="Lato Regular"/>
              </a:rPr>
              <a:t>3</a:t>
            </a:r>
            <a:endParaRPr lang="fr-FR" dirty="0">
              <a:solidFill>
                <a:schemeClr val="bg1"/>
              </a:solidFill>
            </a:endParaRPr>
          </a:p>
        </p:txBody>
      </p:sp>
      <p:sp>
        <p:nvSpPr>
          <p:cNvPr id="60" name="Rectangle 59"/>
          <p:cNvSpPr/>
          <p:nvPr/>
        </p:nvSpPr>
        <p:spPr>
          <a:xfrm>
            <a:off x="322407" y="4713040"/>
            <a:ext cx="312906" cy="369332"/>
          </a:xfrm>
          <a:prstGeom prst="rect">
            <a:avLst/>
          </a:prstGeom>
        </p:spPr>
        <p:txBody>
          <a:bodyPr wrap="none">
            <a:spAutoFit/>
          </a:bodyPr>
          <a:lstStyle/>
          <a:p>
            <a:r>
              <a:rPr lang="fr-FR" b="1" dirty="0">
                <a:solidFill>
                  <a:schemeClr val="bg1"/>
                </a:solidFill>
                <a:latin typeface="Lato Regular"/>
                <a:cs typeface="Lato Regular"/>
              </a:rPr>
              <a:t>4</a:t>
            </a:r>
            <a:endParaRPr lang="fr-FR" dirty="0">
              <a:solidFill>
                <a:schemeClr val="bg1"/>
              </a:solidFill>
            </a:endParaRPr>
          </a:p>
        </p:txBody>
      </p:sp>
      <p:sp>
        <p:nvSpPr>
          <p:cNvPr id="62" name="Rectangle 61"/>
          <p:cNvSpPr/>
          <p:nvPr/>
        </p:nvSpPr>
        <p:spPr>
          <a:xfrm>
            <a:off x="6575554" y="4455485"/>
            <a:ext cx="312906" cy="369332"/>
          </a:xfrm>
          <a:prstGeom prst="rect">
            <a:avLst/>
          </a:prstGeom>
        </p:spPr>
        <p:txBody>
          <a:bodyPr wrap="none">
            <a:spAutoFit/>
          </a:bodyPr>
          <a:lstStyle/>
          <a:p>
            <a:r>
              <a:rPr lang="fr-FR" b="1" dirty="0">
                <a:solidFill>
                  <a:schemeClr val="bg1"/>
                </a:solidFill>
                <a:latin typeface="Lato Regular"/>
                <a:cs typeface="Lato Regular"/>
              </a:rPr>
              <a:t>8</a:t>
            </a:r>
            <a:endParaRPr lang="fr-FR" dirty="0">
              <a:solidFill>
                <a:schemeClr val="bg1"/>
              </a:solidFill>
            </a:endParaRPr>
          </a:p>
        </p:txBody>
      </p:sp>
      <p:sp>
        <p:nvSpPr>
          <p:cNvPr id="63" name="Rectangle 62"/>
          <p:cNvSpPr/>
          <p:nvPr/>
        </p:nvSpPr>
        <p:spPr>
          <a:xfrm>
            <a:off x="6611891" y="5394219"/>
            <a:ext cx="312906" cy="369332"/>
          </a:xfrm>
          <a:prstGeom prst="rect">
            <a:avLst/>
          </a:prstGeom>
        </p:spPr>
        <p:txBody>
          <a:bodyPr wrap="none">
            <a:spAutoFit/>
          </a:bodyPr>
          <a:lstStyle/>
          <a:p>
            <a:r>
              <a:rPr lang="fr-FR" b="1" dirty="0">
                <a:solidFill>
                  <a:schemeClr val="bg1"/>
                </a:solidFill>
                <a:latin typeface="Lato Regular"/>
              </a:rPr>
              <a:t>9</a:t>
            </a:r>
            <a:endParaRPr lang="fr-FR" dirty="0">
              <a:solidFill>
                <a:schemeClr val="bg1"/>
              </a:solidFill>
            </a:endParaRPr>
          </a:p>
        </p:txBody>
      </p:sp>
      <p:sp>
        <p:nvSpPr>
          <p:cNvPr id="64" name="Rectangle 63"/>
          <p:cNvSpPr/>
          <p:nvPr/>
        </p:nvSpPr>
        <p:spPr>
          <a:xfrm>
            <a:off x="6497993" y="5794329"/>
            <a:ext cx="184731" cy="369332"/>
          </a:xfrm>
          <a:prstGeom prst="rect">
            <a:avLst/>
          </a:prstGeom>
        </p:spPr>
        <p:txBody>
          <a:bodyPr wrap="none">
            <a:spAutoFit/>
          </a:bodyPr>
          <a:lstStyle/>
          <a:p>
            <a:endParaRPr lang="fr-FR" dirty="0">
              <a:solidFill>
                <a:schemeClr val="bg1"/>
              </a:solidFill>
            </a:endParaRPr>
          </a:p>
        </p:txBody>
      </p:sp>
      <p:pic>
        <p:nvPicPr>
          <p:cNvPr id="66" name="Picture 10" descr="RÃ©sultat de recherche d'images pour &quot;plan&quot;"/>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4861054" y="349936"/>
            <a:ext cx="3429000" cy="1333501"/>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numéro de diapositive 5"/>
          <p:cNvSpPr>
            <a:spLocks noGrp="1"/>
          </p:cNvSpPr>
          <p:nvPr>
            <p:ph type="sldNum" sz="quarter" idx="12"/>
          </p:nvPr>
        </p:nvSpPr>
        <p:spPr/>
        <p:txBody>
          <a:bodyPr/>
          <a:lstStyle/>
          <a:p>
            <a:pPr marL="25400">
              <a:spcBef>
                <a:spcPts val="165"/>
              </a:spcBef>
            </a:pPr>
            <a:fld id="{114C13B2-D80C-4AED-B714-C3D533287FCA}" type="slidenum">
              <a:rPr lang="fr-FR" b="1"/>
              <a:pPr marL="25400">
                <a:spcBef>
                  <a:spcPts val="165"/>
                </a:spcBef>
              </a:pPr>
              <a:t>2</a:t>
            </a:fld>
            <a:endParaRPr lang="fr-FR" b="1" dirty="0"/>
          </a:p>
        </p:txBody>
      </p:sp>
      <p:sp>
        <p:nvSpPr>
          <p:cNvPr id="31" name="Rectangle 30"/>
          <p:cNvSpPr/>
          <p:nvPr/>
        </p:nvSpPr>
        <p:spPr>
          <a:xfrm>
            <a:off x="220298" y="5414084"/>
            <a:ext cx="554947" cy="5550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33" name="Rectangle 32"/>
          <p:cNvSpPr/>
          <p:nvPr/>
        </p:nvSpPr>
        <p:spPr>
          <a:xfrm>
            <a:off x="354467" y="5548539"/>
            <a:ext cx="312906" cy="369332"/>
          </a:xfrm>
          <a:prstGeom prst="rect">
            <a:avLst/>
          </a:prstGeom>
        </p:spPr>
        <p:txBody>
          <a:bodyPr wrap="none">
            <a:spAutoFit/>
          </a:bodyPr>
          <a:lstStyle/>
          <a:p>
            <a:r>
              <a:rPr lang="fr-FR" b="1" dirty="0">
                <a:solidFill>
                  <a:schemeClr val="bg1"/>
                </a:solidFill>
                <a:latin typeface="Lato Regular"/>
                <a:cs typeface="Lato Regular"/>
              </a:rPr>
              <a:t>5</a:t>
            </a:r>
            <a:endParaRPr lang="fr-FR" dirty="0">
              <a:solidFill>
                <a:schemeClr val="bg1"/>
              </a:solidFill>
            </a:endParaRPr>
          </a:p>
        </p:txBody>
      </p:sp>
      <p:sp>
        <p:nvSpPr>
          <p:cNvPr id="34" name="TextBox 127"/>
          <p:cNvSpPr txBox="1"/>
          <p:nvPr/>
        </p:nvSpPr>
        <p:spPr>
          <a:xfrm>
            <a:off x="1112906" y="5491575"/>
            <a:ext cx="4316294" cy="400110"/>
          </a:xfrm>
          <a:prstGeom prst="rect">
            <a:avLst/>
          </a:prstGeom>
          <a:noFill/>
        </p:spPr>
        <p:txBody>
          <a:bodyPr wrap="square" rtlCol="0">
            <a:spAutoFit/>
          </a:bodyPr>
          <a:lstStyle/>
          <a:p>
            <a:pPr marL="114300"/>
            <a:r>
              <a:rPr lang="fr-FR" sz="2000" b="1" dirty="0">
                <a:latin typeface="Lato Regular"/>
                <a:cs typeface="Lato Regular"/>
              </a:rPr>
              <a:t>Compréhension des données</a:t>
            </a:r>
          </a:p>
        </p:txBody>
      </p:sp>
      <p:sp>
        <p:nvSpPr>
          <p:cNvPr id="8" name="Rectangle 7"/>
          <p:cNvSpPr/>
          <p:nvPr/>
        </p:nvSpPr>
        <p:spPr>
          <a:xfrm>
            <a:off x="7087389" y="2388843"/>
            <a:ext cx="4964821" cy="400110"/>
          </a:xfrm>
          <a:prstGeom prst="rect">
            <a:avLst/>
          </a:prstGeom>
        </p:spPr>
        <p:txBody>
          <a:bodyPr wrap="none">
            <a:spAutoFit/>
          </a:bodyPr>
          <a:lstStyle/>
          <a:p>
            <a:pPr marL="114300"/>
            <a:r>
              <a:rPr lang="fr-FR" sz="2000" b="1" dirty="0">
                <a:latin typeface="Lato Regular"/>
                <a:cs typeface="Lato Regular"/>
              </a:rPr>
              <a:t>Préparation</a:t>
            </a:r>
            <a:r>
              <a:rPr lang="fr-FR" sz="2000" dirty="0"/>
              <a:t> </a:t>
            </a:r>
            <a:r>
              <a:rPr lang="fr-FR" sz="2000" b="1" dirty="0">
                <a:latin typeface="Lato Regular"/>
                <a:cs typeface="Lato Regular"/>
              </a:rPr>
              <a:t>des données et modélisation</a:t>
            </a:r>
          </a:p>
        </p:txBody>
      </p:sp>
      <p:sp>
        <p:nvSpPr>
          <p:cNvPr id="35" name="Rectangle 34"/>
          <p:cNvSpPr/>
          <p:nvPr/>
        </p:nvSpPr>
        <p:spPr>
          <a:xfrm>
            <a:off x="6497993" y="2311352"/>
            <a:ext cx="554947" cy="5550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39" name="Rectangle 38"/>
          <p:cNvSpPr/>
          <p:nvPr/>
        </p:nvSpPr>
        <p:spPr>
          <a:xfrm>
            <a:off x="6454534" y="3319383"/>
            <a:ext cx="554947" cy="5550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a:endParaRPr lang="id-ID" sz="1351" dirty="0">
              <a:latin typeface="Lato Light"/>
            </a:endParaRPr>
          </a:p>
        </p:txBody>
      </p:sp>
      <p:sp>
        <p:nvSpPr>
          <p:cNvPr id="41" name="Rectangle 40"/>
          <p:cNvSpPr/>
          <p:nvPr/>
        </p:nvSpPr>
        <p:spPr>
          <a:xfrm>
            <a:off x="6611891" y="3450319"/>
            <a:ext cx="312906" cy="369332"/>
          </a:xfrm>
          <a:prstGeom prst="rect">
            <a:avLst/>
          </a:prstGeom>
        </p:spPr>
        <p:txBody>
          <a:bodyPr wrap="none">
            <a:spAutoFit/>
          </a:bodyPr>
          <a:lstStyle/>
          <a:p>
            <a:r>
              <a:rPr lang="fr-FR" b="1" dirty="0">
                <a:solidFill>
                  <a:schemeClr val="bg1"/>
                </a:solidFill>
                <a:latin typeface="Lato Regular"/>
              </a:rPr>
              <a:t>7</a:t>
            </a:r>
            <a:endParaRPr lang="fr-FR" dirty="0">
              <a:solidFill>
                <a:schemeClr val="bg1"/>
              </a:solidFill>
            </a:endParaRPr>
          </a:p>
        </p:txBody>
      </p:sp>
      <p:sp>
        <p:nvSpPr>
          <p:cNvPr id="42" name="Rectangle 41"/>
          <p:cNvSpPr/>
          <p:nvPr/>
        </p:nvSpPr>
        <p:spPr>
          <a:xfrm>
            <a:off x="6636238" y="2436309"/>
            <a:ext cx="312906" cy="369332"/>
          </a:xfrm>
          <a:prstGeom prst="rect">
            <a:avLst/>
          </a:prstGeom>
        </p:spPr>
        <p:txBody>
          <a:bodyPr wrap="none">
            <a:spAutoFit/>
          </a:bodyPr>
          <a:lstStyle/>
          <a:p>
            <a:r>
              <a:rPr lang="fr-FR" b="1" dirty="0">
                <a:solidFill>
                  <a:schemeClr val="bg1"/>
                </a:solidFill>
                <a:latin typeface="Lato Regular"/>
              </a:rPr>
              <a:t>6</a:t>
            </a:r>
            <a:endParaRPr lang="fr-FR" dirty="0">
              <a:solidFill>
                <a:schemeClr val="bg1"/>
              </a:solidFill>
            </a:endParaRPr>
          </a:p>
        </p:txBody>
      </p:sp>
    </p:spTree>
    <p:extLst>
      <p:ext uri="{BB962C8B-B14F-4D97-AF65-F5344CB8AC3E}">
        <p14:creationId xmlns:p14="http://schemas.microsoft.com/office/powerpoint/2010/main" val="41609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7">
                                            <p:txEl>
                                              <p:pRg st="0" end="0"/>
                                            </p:txEl>
                                          </p:spTgt>
                                        </p:tgtEl>
                                        <p:attrNameLst>
                                          <p:attrName>style.visibility</p:attrName>
                                        </p:attrNameLst>
                                      </p:cBhvr>
                                      <p:to>
                                        <p:strVal val="visible"/>
                                      </p:to>
                                    </p:set>
                                    <p:animEffect transition="in" filter="fade">
                                      <p:cBhvr>
                                        <p:cTn id="76" dur="500"/>
                                        <p:tgtEl>
                                          <p:spTgt spid="7">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0">
                                            <p:txEl>
                                              <p:pRg st="0" end="0"/>
                                            </p:txEl>
                                          </p:spTgt>
                                        </p:tgtEl>
                                        <p:attrNameLst>
                                          <p:attrName>style.visibility</p:attrName>
                                        </p:attrNameLst>
                                      </p:cBhvr>
                                      <p:to>
                                        <p:strVal val="visible"/>
                                      </p:to>
                                    </p:set>
                                    <p:animEffect transition="in" filter="fade">
                                      <p:cBhvr>
                                        <p:cTn id="81" dur="500"/>
                                        <p:tgtEl>
                                          <p:spTgt spid="10">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3">
                                            <p:txEl>
                                              <p:pRg st="0" end="0"/>
                                            </p:txEl>
                                          </p:spTgt>
                                        </p:tgtEl>
                                        <p:attrNameLst>
                                          <p:attrName>style.visibility</p:attrName>
                                        </p:attrNameLst>
                                      </p:cBhvr>
                                      <p:to>
                                        <p:strVal val="visible"/>
                                      </p:to>
                                    </p:set>
                                    <p:animEffect transition="in" filter="fade">
                                      <p:cBhvr>
                                        <p:cTn id="86" dur="500"/>
                                        <p:tgtEl>
                                          <p:spTgt spid="13">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6">
                                            <p:txEl>
                                              <p:pRg st="0" end="0"/>
                                            </p:txEl>
                                          </p:spTgt>
                                        </p:tgtEl>
                                        <p:attrNameLst>
                                          <p:attrName>style.visibility</p:attrName>
                                        </p:attrNameLst>
                                      </p:cBhvr>
                                      <p:to>
                                        <p:strVal val="visible"/>
                                      </p:to>
                                    </p:set>
                                    <p:animEffect transition="in" filter="fade">
                                      <p:cBhvr>
                                        <p:cTn id="91" dur="500"/>
                                        <p:tgtEl>
                                          <p:spTgt spid="16">
                                            <p:txEl>
                                              <p:pRg st="0" end="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4">
                                            <p:txEl>
                                              <p:pRg st="0" end="0"/>
                                            </p:txEl>
                                          </p:spTgt>
                                        </p:tgtEl>
                                        <p:attrNameLst>
                                          <p:attrName>style.visibility</p:attrName>
                                        </p:attrNameLst>
                                      </p:cBhvr>
                                      <p:to>
                                        <p:strVal val="visible"/>
                                      </p:to>
                                    </p:set>
                                    <p:animEffect transition="in" filter="fade">
                                      <p:cBhvr>
                                        <p:cTn id="96" dur="500"/>
                                        <p:tgtEl>
                                          <p:spTgt spid="34">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8">
                                            <p:txEl>
                                              <p:pRg st="0" end="0"/>
                                            </p:txEl>
                                          </p:spTgt>
                                        </p:tgtEl>
                                        <p:attrNameLst>
                                          <p:attrName>style.visibility</p:attrName>
                                        </p:attrNameLst>
                                      </p:cBhvr>
                                      <p:to>
                                        <p:strVal val="visible"/>
                                      </p:to>
                                    </p:set>
                                    <p:animEffect transition="in" filter="fade">
                                      <p:cBhvr>
                                        <p:cTn id="101" dur="500"/>
                                        <p:tgtEl>
                                          <p:spTgt spid="8">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23">
                                            <p:txEl>
                                              <p:pRg st="0" end="0"/>
                                            </p:txEl>
                                          </p:spTgt>
                                        </p:tgtEl>
                                        <p:attrNameLst>
                                          <p:attrName>style.visibility</p:attrName>
                                        </p:attrNameLst>
                                      </p:cBhvr>
                                      <p:to>
                                        <p:strVal val="visible"/>
                                      </p:to>
                                    </p:set>
                                    <p:animEffect transition="in" filter="fade">
                                      <p:cBhvr>
                                        <p:cTn id="106" dur="500"/>
                                        <p:tgtEl>
                                          <p:spTgt spid="23">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26">
                                            <p:txEl>
                                              <p:pRg st="0" end="0"/>
                                            </p:txEl>
                                          </p:spTgt>
                                        </p:tgtEl>
                                        <p:attrNameLst>
                                          <p:attrName>style.visibility</p:attrName>
                                        </p:attrNameLst>
                                      </p:cBhvr>
                                      <p:to>
                                        <p:strVal val="visible"/>
                                      </p:to>
                                    </p:set>
                                    <p:animEffect transition="in" filter="fade">
                                      <p:cBhvr>
                                        <p:cTn id="111" dur="500"/>
                                        <p:tgtEl>
                                          <p:spTgt spid="26">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29">
                                            <p:txEl>
                                              <p:pRg st="0" end="0"/>
                                            </p:txEl>
                                          </p:spTgt>
                                        </p:tgtEl>
                                        <p:attrNameLst>
                                          <p:attrName>style.visibility</p:attrName>
                                        </p:attrNameLst>
                                      </p:cBhvr>
                                      <p:to>
                                        <p:strVal val="visible"/>
                                      </p:to>
                                    </p:set>
                                    <p:animEffect transition="in" filter="fade">
                                      <p:cBhvr>
                                        <p:cTn id="116"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p:bldP spid="10" grpId="0"/>
      <p:bldP spid="13" grpId="0"/>
      <p:bldP spid="16" grpId="0"/>
      <p:bldP spid="18" grpId="0" animBg="1"/>
      <p:bldP spid="19" grpId="0" animBg="1"/>
      <p:bldP spid="23" grpId="0"/>
      <p:bldP spid="26" grpId="0"/>
      <p:bldP spid="29" grpId="0"/>
      <p:bldP spid="31" grpId="0" animBg="1"/>
      <p:bldP spid="34" grpId="0"/>
      <p:bldP spid="35" grpId="0" animBg="1"/>
      <p:bldP spid="3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lvl="0" algn="ctr"/>
            <a:r>
              <a:rPr lang="fr-FR" sz="28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27" name="Line 7"/>
          <p:cNvSpPr>
            <a:spLocks noChangeShapeType="1"/>
          </p:cNvSpPr>
          <p:nvPr/>
        </p:nvSpPr>
        <p:spPr bwMode="auto">
          <a:xfrm flipV="1">
            <a:off x="0" y="6415089"/>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 name="Line 9"/>
          <p:cNvSpPr>
            <a:spLocks noChangeShapeType="1"/>
          </p:cNvSpPr>
          <p:nvPr/>
        </p:nvSpPr>
        <p:spPr bwMode="auto">
          <a:xfrm flipV="1">
            <a:off x="2971800" y="838900"/>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9" name="Text Box 19"/>
          <p:cNvSpPr txBox="1">
            <a:spLocks noChangeArrowheads="1"/>
          </p:cNvSpPr>
          <p:nvPr/>
        </p:nvSpPr>
        <p:spPr bwMode="auto">
          <a:xfrm>
            <a:off x="-1" y="6491288"/>
            <a:ext cx="10884877"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5" name="Espace réservé du numéro de diapositive 4"/>
          <p:cNvSpPr>
            <a:spLocks noGrp="1"/>
          </p:cNvSpPr>
          <p:nvPr>
            <p:ph type="sldNum" sz="quarter" idx="12"/>
          </p:nvPr>
        </p:nvSpPr>
        <p:spPr/>
        <p:txBody>
          <a:bodyPr/>
          <a:lstStyle/>
          <a:p>
            <a:pPr marL="25400">
              <a:spcBef>
                <a:spcPts val="165"/>
              </a:spcBef>
            </a:pPr>
            <a:fld id="{769C2F7F-9658-46AF-AC18-45541DF4D35C}" type="slidenum">
              <a:rPr lang="fr-FR" altLang="fr-FR" b="1"/>
              <a:pPr marL="25400">
                <a:spcBef>
                  <a:spcPts val="165"/>
                </a:spcBef>
              </a:pPr>
              <a:t>3</a:t>
            </a:fld>
            <a:endParaRPr lang="fr-FR" altLang="fr-FR" b="1" dirty="0"/>
          </a:p>
        </p:txBody>
      </p:sp>
      <p:sp>
        <p:nvSpPr>
          <p:cNvPr id="7" name="Rectangle 6"/>
          <p:cNvSpPr/>
          <p:nvPr/>
        </p:nvSpPr>
        <p:spPr>
          <a:xfrm>
            <a:off x="0" y="6448144"/>
            <a:ext cx="11078308" cy="369332"/>
          </a:xfrm>
          <a:prstGeom prst="rect">
            <a:avLst/>
          </a:prstGeom>
        </p:spPr>
        <p:txBody>
          <a:bodyPr wrap="square">
            <a:spAutoFit/>
          </a:bodyPr>
          <a:lstStyle/>
          <a:p>
            <a:r>
              <a:rPr lang="fr-FR" b="1" dirty="0">
                <a:solidFill>
                  <a:schemeClr val="bg1">
                    <a:lumMod val="85000"/>
                  </a:schemeClr>
                </a:solidFill>
              </a:rPr>
              <a:t>Détection des tendances émergentes dans l’exploration de données textuelles</a:t>
            </a:r>
            <a:endParaRPr lang="fr-FR" dirty="0">
              <a:solidFill>
                <a:schemeClr val="bg1">
                  <a:lumMod val="85000"/>
                </a:schemeClr>
              </a:solidFill>
            </a:endParaRPr>
          </a:p>
        </p:txBody>
      </p:sp>
      <p:pic>
        <p:nvPicPr>
          <p:cNvPr id="10" name="Image 12">
            <a:extLst>
              <a:ext uri="{FF2B5EF4-FFF2-40B4-BE49-F238E27FC236}">
                <a16:creationId xmlns:a16="http://schemas.microsoft.com/office/drawing/2014/main" id="{7277EAF2-AB44-47D5-9384-293F2F1FC9E0}"/>
              </a:ext>
            </a:extLst>
          </p:cNvPr>
          <p:cNvPicPr>
            <a:picLocks noChangeAspect="1"/>
          </p:cNvPicPr>
          <p:nvPr/>
        </p:nvPicPr>
        <p:blipFill rotWithShape="1">
          <a:blip r:embed="rId3">
            <a:extLst>
              <a:ext uri="{28A0092B-C50C-407E-A947-70E740481C1C}">
                <a14:useLocalDpi xmlns:a14="http://schemas.microsoft.com/office/drawing/2010/main" val="0"/>
              </a:ext>
            </a:extLst>
          </a:blip>
          <a:srcRect t="16704"/>
          <a:stretch/>
        </p:blipFill>
        <p:spPr>
          <a:xfrm>
            <a:off x="1776386" y="1963288"/>
            <a:ext cx="8639228" cy="3669521"/>
          </a:xfrm>
          <a:prstGeom prst="rect">
            <a:avLst/>
          </a:prstGeom>
        </p:spPr>
      </p:pic>
      <p:sp>
        <p:nvSpPr>
          <p:cNvPr id="11" name="Cadre 30">
            <a:extLst>
              <a:ext uri="{FF2B5EF4-FFF2-40B4-BE49-F238E27FC236}">
                <a16:creationId xmlns:a16="http://schemas.microsoft.com/office/drawing/2014/main" id="{1DFEDAFE-E037-4826-9E91-1C552E47D0D7}"/>
              </a:ext>
            </a:extLst>
          </p:cNvPr>
          <p:cNvSpPr/>
          <p:nvPr/>
        </p:nvSpPr>
        <p:spPr>
          <a:xfrm>
            <a:off x="224648" y="1374742"/>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Rectangle 11">
            <a:extLst>
              <a:ext uri="{FF2B5EF4-FFF2-40B4-BE49-F238E27FC236}">
                <a16:creationId xmlns:a16="http://schemas.microsoft.com/office/drawing/2014/main" id="{CBC52419-B593-4383-98AA-4D3008C339C8}"/>
              </a:ext>
            </a:extLst>
          </p:cNvPr>
          <p:cNvSpPr/>
          <p:nvPr/>
        </p:nvSpPr>
        <p:spPr>
          <a:xfrm>
            <a:off x="660987" y="1269302"/>
            <a:ext cx="6117380" cy="892552"/>
          </a:xfrm>
          <a:prstGeom prst="rect">
            <a:avLst/>
          </a:prstGeom>
        </p:spPr>
        <p:txBody>
          <a:bodyPr wrap="none">
            <a:spAutoFit/>
          </a:bodyPr>
          <a:lstStyle/>
          <a:p>
            <a:r>
              <a:rPr lang="fr-FR" sz="2800" b="1" dirty="0">
                <a:solidFill>
                  <a:schemeClr val="bg1">
                    <a:lumMod val="50000"/>
                  </a:schemeClr>
                </a:solidFill>
                <a:latin typeface="Lato Regular" panose="020F0502020204030203" pitchFamily="34" charset="0"/>
                <a:ea typeface="Lato Regular" panose="020F0502020204030203" pitchFamily="34" charset="0"/>
                <a:cs typeface="Lato Regular" panose="020F0502020204030203" pitchFamily="34" charset="0"/>
              </a:rPr>
              <a:t>Présentation de l’organisme  d’accueil</a:t>
            </a:r>
            <a:r>
              <a:rPr lang="fr-FR" sz="2800" b="1" dirty="0">
                <a:solidFill>
                  <a:schemeClr val="bg1">
                    <a:lumMod val="50000"/>
                  </a:schemeClr>
                </a:solidFill>
                <a:latin typeface="Times New Roman" panose="02020603050405020304" pitchFamily="18" charset="0"/>
                <a:cs typeface="Times New Roman" panose="02020603050405020304" pitchFamily="18" charset="0"/>
              </a:rPr>
              <a:t> </a:t>
            </a:r>
          </a:p>
          <a:p>
            <a:r>
              <a:rPr lang="fr-FR" sz="2400" b="1" dirty="0">
                <a:solidFill>
                  <a:schemeClr val="bg1">
                    <a:lumMod val="50000"/>
                  </a:schemeClr>
                </a:solidFill>
                <a:latin typeface="Segoe UI Light" pitchFamily="34" charset="0"/>
                <a:cs typeface="Segoe UI Light" pitchFamily="34" charset="0"/>
              </a:rPr>
              <a:t> </a:t>
            </a:r>
          </a:p>
        </p:txBody>
      </p:sp>
    </p:spTree>
    <p:extLst>
      <p:ext uri="{BB962C8B-B14F-4D97-AF65-F5344CB8AC3E}">
        <p14:creationId xmlns:p14="http://schemas.microsoft.com/office/powerpoint/2010/main" val="27687259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lvl="0" algn="ctr"/>
            <a:r>
              <a:rPr lang="fr-FR" sz="24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27" name="Line 7"/>
          <p:cNvSpPr>
            <a:spLocks noChangeShapeType="1"/>
          </p:cNvSpPr>
          <p:nvPr/>
        </p:nvSpPr>
        <p:spPr bwMode="auto">
          <a:xfrm flipV="1">
            <a:off x="0" y="6398196"/>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 name="Line 9"/>
          <p:cNvSpPr>
            <a:spLocks noChangeShapeType="1"/>
          </p:cNvSpPr>
          <p:nvPr/>
        </p:nvSpPr>
        <p:spPr bwMode="auto">
          <a:xfrm flipV="1">
            <a:off x="2991388" y="863113"/>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9" name="Text Box 19"/>
          <p:cNvSpPr txBox="1">
            <a:spLocks noChangeArrowheads="1"/>
          </p:cNvSpPr>
          <p:nvPr/>
        </p:nvSpPr>
        <p:spPr bwMode="auto">
          <a:xfrm>
            <a:off x="0" y="6495604"/>
            <a:ext cx="10849708"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0" name="Rectangle 29"/>
          <p:cNvSpPr/>
          <p:nvPr/>
        </p:nvSpPr>
        <p:spPr>
          <a:xfrm>
            <a:off x="660987" y="1269302"/>
            <a:ext cx="5416868" cy="892552"/>
          </a:xfrm>
          <a:prstGeom prst="rect">
            <a:avLst/>
          </a:prstGeom>
        </p:spPr>
        <p:txBody>
          <a:bodyPr wrap="none">
            <a:spAutoFit/>
          </a:bodyPr>
          <a:lstStyle/>
          <a:p>
            <a:r>
              <a:rPr lang="fr-FR" sz="2800" b="1" dirty="0">
                <a:solidFill>
                  <a:schemeClr val="bg1">
                    <a:lumMod val="50000"/>
                  </a:schemeClr>
                </a:solidFill>
                <a:latin typeface="Lato Regular" panose="020F0502020204030203" pitchFamily="34" charset="0"/>
                <a:ea typeface="Lato Regular" panose="020F0502020204030203" pitchFamily="34" charset="0"/>
                <a:cs typeface="Lato Regular" panose="020F0502020204030203" pitchFamily="34" charset="0"/>
              </a:rPr>
              <a:t>Description du contexte du projet</a:t>
            </a:r>
          </a:p>
          <a:p>
            <a:r>
              <a:rPr lang="fr-FR" sz="2400" b="1" dirty="0">
                <a:solidFill>
                  <a:schemeClr val="bg1">
                    <a:lumMod val="50000"/>
                  </a:schemeClr>
                </a:solidFill>
                <a:latin typeface="Segoe UI Light" pitchFamily="34" charset="0"/>
                <a:cs typeface="Segoe UI Light" pitchFamily="34" charset="0"/>
              </a:rPr>
              <a:t> </a:t>
            </a:r>
          </a:p>
        </p:txBody>
      </p:sp>
      <p:sp>
        <p:nvSpPr>
          <p:cNvPr id="31" name="Cadre 30"/>
          <p:cNvSpPr/>
          <p:nvPr/>
        </p:nvSpPr>
        <p:spPr>
          <a:xfrm>
            <a:off x="224648" y="1374742"/>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Espace réservé du numéro de diapositive 3"/>
          <p:cNvSpPr>
            <a:spLocks noGrp="1"/>
          </p:cNvSpPr>
          <p:nvPr>
            <p:ph type="sldNum" sz="quarter" idx="12"/>
          </p:nvPr>
        </p:nvSpPr>
        <p:spPr/>
        <p:txBody>
          <a:bodyPr/>
          <a:lstStyle/>
          <a:p>
            <a:pPr marL="25400">
              <a:spcBef>
                <a:spcPts val="165"/>
              </a:spcBef>
            </a:pPr>
            <a:fld id="{769C2F7F-9658-46AF-AC18-45541DF4D35C}" type="slidenum">
              <a:rPr lang="fr-FR" altLang="fr-FR" b="1"/>
              <a:pPr marL="25400">
                <a:spcBef>
                  <a:spcPts val="165"/>
                </a:spcBef>
              </a:pPr>
              <a:t>4</a:t>
            </a:fld>
            <a:endParaRPr lang="fr-FR" altLang="fr-FR" b="1" dirty="0"/>
          </a:p>
        </p:txBody>
      </p:sp>
      <p:sp>
        <p:nvSpPr>
          <p:cNvPr id="2" name="Rectangle 1"/>
          <p:cNvSpPr/>
          <p:nvPr/>
        </p:nvSpPr>
        <p:spPr>
          <a:xfrm>
            <a:off x="42862" y="6455227"/>
            <a:ext cx="11099545" cy="369332"/>
          </a:xfrm>
          <a:prstGeom prst="rect">
            <a:avLst/>
          </a:prstGeom>
        </p:spPr>
        <p:txBody>
          <a:bodyPr wrap="square">
            <a:spAutoFit/>
          </a:bodyPr>
          <a:lstStyle/>
          <a:p>
            <a:r>
              <a:rPr lang="fr-FR" b="1" dirty="0">
                <a:solidFill>
                  <a:schemeClr val="bg1">
                    <a:lumMod val="85000"/>
                  </a:schemeClr>
                </a:solidFill>
              </a:rPr>
              <a:t>Détection des tendances émergentes dans l’exploration de données textuelles</a:t>
            </a:r>
            <a:endParaRPr lang="fr-FR" dirty="0">
              <a:solidFill>
                <a:schemeClr val="bg1">
                  <a:lumMod val="85000"/>
                </a:schemeClr>
              </a:solidFill>
            </a:endParaRPr>
          </a:p>
        </p:txBody>
      </p:sp>
      <p:pic>
        <p:nvPicPr>
          <p:cNvPr id="3" name="Picture 2">
            <a:extLst>
              <a:ext uri="{FF2B5EF4-FFF2-40B4-BE49-F238E27FC236}">
                <a16:creationId xmlns:a16="http://schemas.microsoft.com/office/drawing/2014/main" id="{9A00CDD9-8810-4255-A1BA-F5F51C0E3AB5}"/>
              </a:ext>
            </a:extLst>
          </p:cNvPr>
          <p:cNvPicPr>
            <a:picLocks noChangeAspect="1"/>
          </p:cNvPicPr>
          <p:nvPr/>
        </p:nvPicPr>
        <p:blipFill>
          <a:blip r:embed="rId3"/>
          <a:stretch>
            <a:fillRect/>
          </a:stretch>
        </p:blipFill>
        <p:spPr>
          <a:xfrm>
            <a:off x="8307587" y="3876485"/>
            <a:ext cx="3127519" cy="2085013"/>
          </a:xfrm>
          <a:prstGeom prst="rect">
            <a:avLst/>
          </a:prstGeom>
        </p:spPr>
      </p:pic>
      <p:sp>
        <p:nvSpPr>
          <p:cNvPr id="20" name="Content Placeholder 2">
            <a:extLst>
              <a:ext uri="{FF2B5EF4-FFF2-40B4-BE49-F238E27FC236}">
                <a16:creationId xmlns:a16="http://schemas.microsoft.com/office/drawing/2014/main" id="{7F2EC74F-FF94-4CD3-92B0-5C7ACE9FC6F8}"/>
              </a:ext>
            </a:extLst>
          </p:cNvPr>
          <p:cNvSpPr>
            <a:spLocks noGrp="1"/>
          </p:cNvSpPr>
          <p:nvPr>
            <p:ph idx="1"/>
          </p:nvPr>
        </p:nvSpPr>
        <p:spPr>
          <a:xfrm>
            <a:off x="507206" y="1993393"/>
            <a:ext cx="7634845" cy="3766185"/>
          </a:xfrm>
          <a:ln>
            <a:solidFill>
              <a:schemeClr val="tx1"/>
            </a:solidFill>
          </a:ln>
        </p:spPr>
        <p:txBody>
          <a:bodyPr>
            <a:normAutofit/>
          </a:bodyPr>
          <a:lstStyle/>
          <a:p>
            <a:pPr marL="114300" indent="0">
              <a:buNone/>
            </a:pPr>
            <a:endParaRPr lang="en-US" dirty="0">
              <a:solidFill>
                <a:schemeClr val="tx1"/>
              </a:solidFill>
            </a:endParaRPr>
          </a:p>
          <a:p>
            <a:pPr marL="114300" indent="3175">
              <a:buNone/>
            </a:pPr>
            <a:r>
              <a:rPr lang="fr-FR" sz="2400" dirty="0">
                <a:solidFill>
                  <a:schemeClr val="tx1"/>
                </a:solidFill>
                <a:latin typeface="Lato Regular" panose="020F0502020204030203" pitchFamily="34" charset="0"/>
                <a:ea typeface="Lato Regular" panose="020F0502020204030203" pitchFamily="34" charset="0"/>
                <a:cs typeface="Lato Regular" panose="020F0502020204030203" pitchFamily="34" charset="0"/>
              </a:rPr>
              <a:t>Dans le contexte économique concurrentiel de nos jours, la recherche des données constitue une tâche fastidieuses vu le volume gigantesque des données. </a:t>
            </a:r>
          </a:p>
          <a:p>
            <a:pPr marL="114300" indent="3175">
              <a:buNone/>
            </a:pPr>
            <a:r>
              <a:rPr lang="fr-FR" sz="2400" dirty="0">
                <a:solidFill>
                  <a:schemeClr val="tx1"/>
                </a:solidFill>
                <a:latin typeface="Lato Regular" panose="020F0502020204030203" pitchFamily="34" charset="0"/>
                <a:ea typeface="Lato Regular" panose="020F0502020204030203" pitchFamily="34" charset="0"/>
                <a:cs typeface="Lato Regular" panose="020F0502020204030203" pitchFamily="34" charset="0"/>
              </a:rPr>
              <a:t>Par conséquent, nous avons pensé à concevoir et développer une application web permettant de faciliter la recherche et l’exploration des données auprès des commerciaux.</a:t>
            </a:r>
          </a:p>
        </p:txBody>
      </p:sp>
    </p:spTree>
    <p:extLst>
      <p:ext uri="{BB962C8B-B14F-4D97-AF65-F5344CB8AC3E}">
        <p14:creationId xmlns:p14="http://schemas.microsoft.com/office/powerpoint/2010/main" val="80435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lvl="0" algn="ctr"/>
            <a:r>
              <a:rPr lang="fr-FR" sz="24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27" name="Line 7"/>
          <p:cNvSpPr>
            <a:spLocks noChangeShapeType="1"/>
          </p:cNvSpPr>
          <p:nvPr/>
        </p:nvSpPr>
        <p:spPr bwMode="auto">
          <a:xfrm flipV="1">
            <a:off x="0" y="6415089"/>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 name="Line 9"/>
          <p:cNvSpPr>
            <a:spLocks noChangeShapeType="1"/>
          </p:cNvSpPr>
          <p:nvPr/>
        </p:nvSpPr>
        <p:spPr bwMode="auto">
          <a:xfrm flipV="1">
            <a:off x="2991388" y="863113"/>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9" name="Text Box 19"/>
          <p:cNvSpPr txBox="1">
            <a:spLocks noChangeArrowheads="1"/>
          </p:cNvSpPr>
          <p:nvPr/>
        </p:nvSpPr>
        <p:spPr bwMode="auto">
          <a:xfrm>
            <a:off x="0" y="6491990"/>
            <a:ext cx="10902462"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0" name="Rectangle 29"/>
          <p:cNvSpPr/>
          <p:nvPr/>
        </p:nvSpPr>
        <p:spPr>
          <a:xfrm>
            <a:off x="686807" y="1269302"/>
            <a:ext cx="7725672" cy="1261884"/>
          </a:xfrm>
          <a:prstGeom prst="rect">
            <a:avLst/>
          </a:prstGeom>
        </p:spPr>
        <p:txBody>
          <a:bodyPr wrap="square">
            <a:spAutoFit/>
          </a:bodyPr>
          <a:lstStyle/>
          <a:p>
            <a:r>
              <a:rPr lang="fr-FR" sz="2800" b="1" dirty="0">
                <a:solidFill>
                  <a:schemeClr val="bg1">
                    <a:lumMod val="50000"/>
                  </a:schemeClr>
                </a:solidFill>
                <a:latin typeface="Times New Roman" panose="02020603050405020304" pitchFamily="18" charset="0"/>
                <a:cs typeface="Times New Roman" panose="02020603050405020304" pitchFamily="18" charset="0"/>
              </a:rPr>
              <a:t>Etude et critique de l’existant</a:t>
            </a:r>
          </a:p>
          <a:p>
            <a:endParaRPr lang="fr-FR" sz="2400" b="1" dirty="0">
              <a:solidFill>
                <a:schemeClr val="bg1">
                  <a:lumMod val="50000"/>
                </a:schemeClr>
              </a:solidFill>
              <a:latin typeface="Segoe UI Light" pitchFamily="34" charset="0"/>
              <a:cs typeface="Segoe UI Light" pitchFamily="34" charset="0"/>
            </a:endParaRPr>
          </a:p>
          <a:p>
            <a:r>
              <a:rPr lang="fr-FR" sz="2400" b="1" dirty="0">
                <a:solidFill>
                  <a:schemeClr val="bg1">
                    <a:lumMod val="50000"/>
                  </a:schemeClr>
                </a:solidFill>
                <a:latin typeface="Segoe UI Light" pitchFamily="34" charset="0"/>
                <a:cs typeface="Segoe UI Light" pitchFamily="34" charset="0"/>
              </a:rPr>
              <a:t> </a:t>
            </a:r>
          </a:p>
        </p:txBody>
      </p:sp>
      <p:sp>
        <p:nvSpPr>
          <p:cNvPr id="31" name="Cadre 30"/>
          <p:cNvSpPr/>
          <p:nvPr/>
        </p:nvSpPr>
        <p:spPr>
          <a:xfrm>
            <a:off x="224648" y="1374742"/>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Espace réservé du numéro de diapositive 4"/>
          <p:cNvSpPr>
            <a:spLocks noGrp="1"/>
          </p:cNvSpPr>
          <p:nvPr>
            <p:ph type="sldNum" sz="quarter" idx="12"/>
          </p:nvPr>
        </p:nvSpPr>
        <p:spPr/>
        <p:txBody>
          <a:bodyPr/>
          <a:lstStyle/>
          <a:p>
            <a:pPr marL="25400">
              <a:spcBef>
                <a:spcPts val="165"/>
              </a:spcBef>
            </a:pPr>
            <a:fld id="{769C2F7F-9658-46AF-AC18-45541DF4D35C}" type="slidenum">
              <a:rPr lang="fr-FR" altLang="fr-FR" b="1"/>
              <a:pPr marL="25400">
                <a:spcBef>
                  <a:spcPts val="165"/>
                </a:spcBef>
              </a:pPr>
              <a:t>5</a:t>
            </a:fld>
            <a:endParaRPr lang="fr-FR" altLang="fr-FR" b="1" dirty="0"/>
          </a:p>
        </p:txBody>
      </p:sp>
      <p:sp>
        <p:nvSpPr>
          <p:cNvPr id="2" name="Rectangle 1"/>
          <p:cNvSpPr/>
          <p:nvPr/>
        </p:nvSpPr>
        <p:spPr>
          <a:xfrm>
            <a:off x="0" y="6488668"/>
            <a:ext cx="10902462" cy="369332"/>
          </a:xfrm>
          <a:prstGeom prst="rect">
            <a:avLst/>
          </a:prstGeom>
        </p:spPr>
        <p:txBody>
          <a:bodyPr wrap="square">
            <a:spAutoFit/>
          </a:bodyPr>
          <a:lstStyle/>
          <a:p>
            <a:r>
              <a:rPr lang="fr-FR" b="1" dirty="0">
                <a:solidFill>
                  <a:schemeClr val="bg1">
                    <a:lumMod val="85000"/>
                  </a:schemeClr>
                </a:solidFill>
              </a:rPr>
              <a:t>Détection des tendances émergentes dans l’exploration de données textuelles</a:t>
            </a:r>
          </a:p>
        </p:txBody>
      </p:sp>
      <p:graphicFrame>
        <p:nvGraphicFramePr>
          <p:cNvPr id="18" name="Table 17">
            <a:extLst>
              <a:ext uri="{FF2B5EF4-FFF2-40B4-BE49-F238E27FC236}">
                <a16:creationId xmlns:a16="http://schemas.microsoft.com/office/drawing/2014/main" id="{080B3CD1-3CDB-4072-BDA8-A0616DB540D1}"/>
              </a:ext>
            </a:extLst>
          </p:cNvPr>
          <p:cNvGraphicFramePr>
            <a:graphicFrameLocks noGrp="1"/>
          </p:cNvGraphicFramePr>
          <p:nvPr>
            <p:extLst>
              <p:ext uri="{D42A27DB-BD31-4B8C-83A1-F6EECF244321}">
                <p14:modId xmlns:p14="http://schemas.microsoft.com/office/powerpoint/2010/main" val="1177961567"/>
              </p:ext>
            </p:extLst>
          </p:nvPr>
        </p:nvGraphicFramePr>
        <p:xfrm>
          <a:off x="2085578" y="1778691"/>
          <a:ext cx="8020844" cy="4483232"/>
        </p:xfrm>
        <a:graphic>
          <a:graphicData uri="http://schemas.openxmlformats.org/drawingml/2006/table">
            <a:tbl>
              <a:tblPr firstRow="1" bandRow="1">
                <a:tableStyleId>{5940675A-B579-460E-94D1-54222C63F5DA}</a:tableStyleId>
              </a:tblPr>
              <a:tblGrid>
                <a:gridCol w="5273981">
                  <a:extLst>
                    <a:ext uri="{9D8B030D-6E8A-4147-A177-3AD203B41FA5}">
                      <a16:colId xmlns:a16="http://schemas.microsoft.com/office/drawing/2014/main" val="20000"/>
                    </a:ext>
                  </a:extLst>
                </a:gridCol>
                <a:gridCol w="1318495">
                  <a:extLst>
                    <a:ext uri="{9D8B030D-6E8A-4147-A177-3AD203B41FA5}">
                      <a16:colId xmlns:a16="http://schemas.microsoft.com/office/drawing/2014/main" val="20001"/>
                    </a:ext>
                  </a:extLst>
                </a:gridCol>
                <a:gridCol w="1428368">
                  <a:extLst>
                    <a:ext uri="{9D8B030D-6E8A-4147-A177-3AD203B41FA5}">
                      <a16:colId xmlns:a16="http://schemas.microsoft.com/office/drawing/2014/main" val="20002"/>
                    </a:ext>
                  </a:extLst>
                </a:gridCol>
              </a:tblGrid>
              <a:tr h="445583">
                <a:tc>
                  <a:txBody>
                    <a:bodyPr/>
                    <a:lstStyle/>
                    <a:p>
                      <a:endParaRPr lang="en-US" dirty="0"/>
                    </a:p>
                  </a:txBody>
                  <a:tcPr/>
                </a:tc>
                <a:tc>
                  <a:txBody>
                    <a:bodyPr/>
                    <a:lstStyle/>
                    <a:p>
                      <a:r>
                        <a:rPr lang="en-US" dirty="0" err="1"/>
                        <a:t>Feedly</a:t>
                      </a:r>
                      <a:endParaRPr lang="en-US" dirty="0"/>
                    </a:p>
                  </a:txBody>
                  <a:tcPr/>
                </a:tc>
                <a:tc>
                  <a:txBody>
                    <a:bodyPr/>
                    <a:lstStyle/>
                    <a:p>
                      <a:r>
                        <a:rPr lang="en-US" dirty="0" err="1"/>
                        <a:t>Netvibes</a:t>
                      </a:r>
                      <a:endParaRPr lang="en-US" dirty="0"/>
                    </a:p>
                  </a:txBody>
                  <a:tcPr/>
                </a:tc>
                <a:extLst>
                  <a:ext uri="{0D108BD9-81ED-4DB2-BD59-A6C34878D82A}">
                    <a16:rowId xmlns:a16="http://schemas.microsoft.com/office/drawing/2014/main" val="10000"/>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Gérer la page </a:t>
                      </a:r>
                      <a:r>
                        <a:rPr lang="fr-FR" sz="1800" kern="1200" dirty="0" err="1">
                          <a:solidFill>
                            <a:schemeClr val="dk1"/>
                          </a:solidFill>
                          <a:effectLst/>
                        </a:rPr>
                        <a:t>dashboard</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1"/>
                  </a:ext>
                </a:extLst>
              </a:tr>
              <a:tr h="405374">
                <a:tc>
                  <a:txBody>
                    <a:bodyPr/>
                    <a:lstStyle/>
                    <a:p>
                      <a:pPr algn="ctr"/>
                      <a:r>
                        <a:rPr lang="en-US" sz="1800" kern="1200" dirty="0" err="1">
                          <a:solidFill>
                            <a:schemeClr val="dk1"/>
                          </a:solidFill>
                          <a:effectLst/>
                        </a:rPr>
                        <a:t>suivre</a:t>
                      </a:r>
                      <a:r>
                        <a:rPr lang="en-US" sz="1800" kern="1200" dirty="0">
                          <a:solidFill>
                            <a:schemeClr val="dk1"/>
                          </a:solidFill>
                          <a:effectLst/>
                        </a:rPr>
                        <a:t> les sites</a:t>
                      </a:r>
                      <a:endParaRPr lang="en-US" dirty="0"/>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2"/>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Ajoutez un nouveau flux</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3"/>
                  </a:ext>
                </a:extLst>
              </a:tr>
              <a:tr h="6229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Connecter sur</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 </a:t>
                      </a:r>
                      <a:r>
                        <a:rPr lang="fr-FR" sz="1800" kern="1200" dirty="0" err="1">
                          <a:solidFill>
                            <a:schemeClr val="dk1"/>
                          </a:solidFill>
                          <a:effectLst/>
                        </a:rPr>
                        <a:t>Twiter</a:t>
                      </a:r>
                      <a:r>
                        <a:rPr lang="fr-FR" sz="1800" kern="1200" dirty="0">
                          <a:solidFill>
                            <a:schemeClr val="dk1"/>
                          </a:solidFill>
                          <a:effectLst/>
                        </a:rPr>
                        <a:t> et </a:t>
                      </a:r>
                      <a:r>
                        <a:rPr lang="fr-FR" sz="1800" kern="1200" dirty="0" err="1">
                          <a:solidFill>
                            <a:schemeClr val="dk1"/>
                          </a:solidFill>
                          <a:effectLst/>
                        </a:rPr>
                        <a:t>Reddit</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4"/>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Suivre les newsletters</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5"/>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dk1"/>
                          </a:solidFill>
                          <a:effectLst/>
                          <a:latin typeface="+mn-lt"/>
                          <a:ea typeface="+mn-ea"/>
                          <a:cs typeface="+mn-cs"/>
                        </a:rPr>
                        <a:t>Contacter</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l’administrateur</a:t>
                      </a:r>
                      <a:endParaRPr lang="en-US" sz="1800" kern="1200" dirty="0">
                        <a:solidFill>
                          <a:schemeClr val="dk1"/>
                        </a:solidFill>
                        <a:effectLst/>
                        <a:latin typeface="+mn-lt"/>
                        <a:ea typeface="+mn-ea"/>
                        <a:cs typeface="+mn-cs"/>
                      </a:endParaRPr>
                    </a:p>
                  </a:txBody>
                  <a:tcPr/>
                </a:tc>
                <a:tc>
                  <a:txBody>
                    <a:bodyPr/>
                    <a:lstStyle/>
                    <a:p>
                      <a:pPr algn="ctr"/>
                      <a:r>
                        <a:rPr lang="fr-FR" dirty="0"/>
                        <a:t>-</a:t>
                      </a:r>
                      <a:endParaRPr lang="en-US" dirty="0"/>
                    </a:p>
                  </a:txBody>
                  <a:tcPr/>
                </a:tc>
                <a:tc>
                  <a:txBody>
                    <a:bodyPr/>
                    <a:lstStyle/>
                    <a:p>
                      <a:pPr algn="ctr"/>
                      <a:r>
                        <a:rPr lang="fr-FR" dirty="0"/>
                        <a:t>+</a:t>
                      </a:r>
                      <a:endParaRPr lang="en-US" dirty="0"/>
                    </a:p>
                  </a:txBody>
                  <a:tcPr/>
                </a:tc>
                <a:extLst>
                  <a:ext uri="{0D108BD9-81ED-4DB2-BD59-A6C34878D82A}">
                    <a16:rowId xmlns:a16="http://schemas.microsoft.com/office/drawing/2014/main" val="2404051173"/>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Importez un fichier OPML</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6"/>
                  </a:ext>
                </a:extLst>
              </a:tr>
              <a:tr h="4053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Afficher les articles récemment lus</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7"/>
                  </a:ext>
                </a:extLst>
              </a:tr>
              <a:tr h="4820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rPr>
                        <a:t>Enregistrer les articles les plus utiles</a:t>
                      </a:r>
                      <a:endParaRPr lang="en-US" sz="1800" kern="1200" dirty="0">
                        <a:solidFill>
                          <a:schemeClr val="dk1"/>
                        </a:solidFill>
                        <a:effectLst/>
                        <a:latin typeface="+mn-lt"/>
                        <a:ea typeface="+mn-ea"/>
                        <a:cs typeface="+mn-cs"/>
                      </a:endParaRP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74958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42">
            <a:extLst>
              <a:ext uri="{FF2B5EF4-FFF2-40B4-BE49-F238E27FC236}">
                <a16:creationId xmlns:a16="http://schemas.microsoft.com/office/drawing/2014/main" id="{CAAC58D7-820E-4552-A3A4-3CF7A3CC3012}"/>
              </a:ext>
            </a:extLst>
          </p:cNvPr>
          <p:cNvSpPr/>
          <p:nvPr/>
        </p:nvSpPr>
        <p:spPr>
          <a:xfrm rot="20700000">
            <a:off x="5127222" y="1662271"/>
            <a:ext cx="4115465" cy="2154048"/>
          </a:xfrm>
          <a:prstGeom prst="gear6">
            <a:avLst/>
          </a:prstGeom>
        </p:spPr>
        <p:style>
          <a:lnRef idx="2">
            <a:schemeClr val="lt1">
              <a:hueOff val="0"/>
              <a:satOff val="0"/>
              <a:lumOff val="0"/>
              <a:alphaOff val="0"/>
            </a:schemeClr>
          </a:lnRef>
          <a:fillRef idx="1">
            <a:schemeClr val="accent2">
              <a:shade val="50000"/>
              <a:hueOff val="274719"/>
              <a:satOff val="-2854"/>
              <a:lumOff val="30475"/>
              <a:alphaOff val="0"/>
            </a:schemeClr>
          </a:fillRef>
          <a:effectRef idx="0">
            <a:schemeClr val="accent2">
              <a:shade val="50000"/>
              <a:hueOff val="274719"/>
              <a:satOff val="-2854"/>
              <a:lumOff val="30475"/>
              <a:alphaOff val="0"/>
            </a:schemeClr>
          </a:effectRef>
          <a:fontRef idx="minor">
            <a:schemeClr val="lt1"/>
          </a:fontRef>
        </p:style>
        <p:txBody>
          <a:bodyPr/>
          <a:lstStyle/>
          <a:p>
            <a:endParaRPr lang="en-US" dirty="0"/>
          </a:p>
        </p:txBody>
      </p:sp>
      <p:sp>
        <p:nvSpPr>
          <p:cNvPr id="8194" name="Rectangle 2"/>
          <p:cNvSpPr>
            <a:spLocks noGrp="1" noChangeArrowheads="1"/>
          </p:cNvSpPr>
          <p:nvPr>
            <p:ph type="title"/>
          </p:nvPr>
        </p:nvSpPr>
        <p:spPr/>
        <p:txBody>
          <a:bodyPr>
            <a:normAutofit fontScale="90000"/>
          </a:bodyPr>
          <a:lstStyle/>
          <a:p>
            <a:pPr eaLnBrk="1" hangingPunct="1"/>
            <a:br>
              <a:rPr lang="fr-FR" altLang="fr-FR" sz="3200" dirty="0"/>
            </a:br>
            <a:br>
              <a:rPr lang="fr-FR" altLang="fr-FR" sz="3200" dirty="0"/>
            </a:br>
            <a:br>
              <a:rPr lang="fr-FR" altLang="fr-FR" sz="3200" dirty="0"/>
            </a:br>
            <a:r>
              <a:rPr lang="fr-FR" altLang="fr-FR" sz="3200" dirty="0"/>
              <a:t>                                            </a:t>
            </a:r>
          </a:p>
        </p:txBody>
      </p:sp>
      <p:sp>
        <p:nvSpPr>
          <p:cNvPr id="2" name="Espace réservé du numéro de diapositive 1"/>
          <p:cNvSpPr>
            <a:spLocks noGrp="1"/>
          </p:cNvSpPr>
          <p:nvPr>
            <p:ph type="sldNum" sz="quarter" idx="12"/>
          </p:nvPr>
        </p:nvSpPr>
        <p:spPr/>
        <p:txBody>
          <a:bodyPr/>
          <a:lstStyle/>
          <a:p>
            <a:pPr marL="25400">
              <a:spcBef>
                <a:spcPts val="165"/>
              </a:spcBef>
            </a:pPr>
            <a:fld id="{769C2F7F-9658-46AF-AC18-45541DF4D35C}" type="slidenum">
              <a:rPr lang="fr-FR" altLang="fr-FR" b="1"/>
              <a:pPr marL="25400">
                <a:spcBef>
                  <a:spcPts val="165"/>
                </a:spcBef>
              </a:pPr>
              <a:t>6</a:t>
            </a:fld>
            <a:endParaRPr lang="fr-FR" altLang="fr-FR" b="1" dirty="0"/>
          </a:p>
        </p:txBody>
      </p:sp>
      <p:sp>
        <p:nvSpPr>
          <p:cNvPr id="12" name="Rectangle 11"/>
          <p:cNvSpPr/>
          <p:nvPr/>
        </p:nvSpPr>
        <p:spPr>
          <a:xfrm>
            <a:off x="384264" y="1986450"/>
            <a:ext cx="509289" cy="428792"/>
          </a:xfrm>
          <a:prstGeom prst="rect">
            <a:avLst/>
          </a:prstGeom>
          <a:solidFill>
            <a:schemeClr val="bg1">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p:cNvSpPr/>
          <p:nvPr/>
        </p:nvSpPr>
        <p:spPr>
          <a:xfrm>
            <a:off x="246138" y="2499651"/>
            <a:ext cx="450160" cy="379009"/>
          </a:xfrm>
          <a:prstGeom prst="rect">
            <a:avLst/>
          </a:prstGeom>
          <a:solidFill>
            <a:srgbClr val="00BE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p:cNvSpPr/>
          <p:nvPr/>
        </p:nvSpPr>
        <p:spPr>
          <a:xfrm>
            <a:off x="630305" y="2553854"/>
            <a:ext cx="321399" cy="270600"/>
          </a:xfrm>
          <a:prstGeom prst="rect">
            <a:avLst/>
          </a:prstGeom>
          <a:solidFill>
            <a:schemeClr val="bg1">
              <a:lumMod val="8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Rectangle 14"/>
          <p:cNvSpPr/>
          <p:nvPr/>
        </p:nvSpPr>
        <p:spPr>
          <a:xfrm>
            <a:off x="616433" y="3087922"/>
            <a:ext cx="464032" cy="256449"/>
          </a:xfrm>
          <a:prstGeom prst="rect">
            <a:avLst/>
          </a:prstGeom>
          <a:solidFill>
            <a:srgbClr val="4D4D4D">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Subtitle 2"/>
          <p:cNvSpPr txBox="1">
            <a:spLocks/>
          </p:cNvSpPr>
          <p:nvPr/>
        </p:nvSpPr>
        <p:spPr>
          <a:xfrm>
            <a:off x="-474226" y="1462094"/>
            <a:ext cx="3930507" cy="715389"/>
          </a:xfrm>
          <a:prstGeom prst="rect">
            <a:avLst/>
          </a:prstGeom>
        </p:spPr>
        <p:txBody>
          <a:bodyPr vert="horz" lIns="91440" tIns="45720" rIns="91440" bIns="45720" rtlCol="0">
            <a:norm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70000"/>
              </a:lnSpc>
            </a:pPr>
            <a:r>
              <a:rPr lang="fr-FR" sz="2800" b="1" dirty="0">
                <a:solidFill>
                  <a:schemeClr val="accent5">
                    <a:lumMod val="75000"/>
                  </a:schemeClr>
                </a:solidFill>
                <a:latin typeface="Times New Roman" pitchFamily="18" charset="0"/>
                <a:cs typeface="Times New Roman" pitchFamily="18" charset="0"/>
              </a:rPr>
              <a:t>Problématique</a:t>
            </a:r>
            <a:endParaRPr lang="en-US" sz="2800" b="1" dirty="0">
              <a:solidFill>
                <a:srgbClr val="00BEFF"/>
              </a:solidFill>
              <a:latin typeface="Oswald Light"/>
              <a:cs typeface="Oswald Light"/>
            </a:endParaRPr>
          </a:p>
        </p:txBody>
      </p:sp>
      <p:sp>
        <p:nvSpPr>
          <p:cNvPr id="17" name="Line 7"/>
          <p:cNvSpPr>
            <a:spLocks noChangeShapeType="1"/>
          </p:cNvSpPr>
          <p:nvPr/>
        </p:nvSpPr>
        <p:spPr bwMode="auto">
          <a:xfrm flipV="1">
            <a:off x="0" y="6415089"/>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 name="Text Box 19"/>
          <p:cNvSpPr txBox="1">
            <a:spLocks noChangeArrowheads="1"/>
          </p:cNvSpPr>
          <p:nvPr/>
        </p:nvSpPr>
        <p:spPr bwMode="auto">
          <a:xfrm>
            <a:off x="0" y="6488668"/>
            <a:ext cx="10668000"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p>
        </p:txBody>
      </p:sp>
      <p:sp>
        <p:nvSpPr>
          <p:cNvPr id="20" name="Rectangle 3"/>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r>
              <a:rPr lang="fr-FR" sz="24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21" name="Line 9"/>
          <p:cNvSpPr>
            <a:spLocks noChangeShapeType="1"/>
          </p:cNvSpPr>
          <p:nvPr/>
        </p:nvSpPr>
        <p:spPr bwMode="auto">
          <a:xfrm flipV="1">
            <a:off x="2991388" y="863113"/>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 name="Cadre 21"/>
          <p:cNvSpPr/>
          <p:nvPr/>
        </p:nvSpPr>
        <p:spPr>
          <a:xfrm>
            <a:off x="721098" y="1481902"/>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23" name="Group 36"/>
          <p:cNvGrpSpPr/>
          <p:nvPr/>
        </p:nvGrpSpPr>
        <p:grpSpPr>
          <a:xfrm>
            <a:off x="3675469" y="3747946"/>
            <a:ext cx="4878526" cy="2553441"/>
            <a:chOff x="3056798" y="2865031"/>
            <a:chExt cx="3009538" cy="3009538"/>
          </a:xfrm>
        </p:grpSpPr>
        <p:sp>
          <p:nvSpPr>
            <p:cNvPr id="25" name="Shape 46"/>
            <p:cNvSpPr/>
            <p:nvPr/>
          </p:nvSpPr>
          <p:spPr>
            <a:xfrm>
              <a:off x="3056798" y="2865031"/>
              <a:ext cx="3009538" cy="3009538"/>
            </a:xfrm>
            <a:prstGeom prst="gear9">
              <a:avLst/>
            </a:prstGeom>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sp>
        <p:sp>
          <p:nvSpPr>
            <p:cNvPr id="26" name="Shape 4"/>
            <p:cNvSpPr/>
            <p:nvPr/>
          </p:nvSpPr>
          <p:spPr>
            <a:xfrm>
              <a:off x="3543303" y="3836442"/>
              <a:ext cx="2093918" cy="15469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622300">
                <a:lnSpc>
                  <a:spcPct val="90000"/>
                </a:lnSpc>
                <a:spcBef>
                  <a:spcPct val="0"/>
                </a:spcBef>
                <a:spcAft>
                  <a:spcPct val="35000"/>
                </a:spcAft>
              </a:pPr>
              <a:r>
                <a:rPr lang="fr-FR" sz="1500" b="1" dirty="0">
                  <a:solidFill>
                    <a:schemeClr val="bg1"/>
                  </a:solidFill>
                </a:rPr>
                <a:t>On n’a pas une visibilité sur les thématiques et les technologies existantes sur le marché </a:t>
              </a:r>
            </a:p>
          </p:txBody>
        </p:sp>
      </p:grpSp>
      <p:grpSp>
        <p:nvGrpSpPr>
          <p:cNvPr id="27" name="Group 37"/>
          <p:cNvGrpSpPr/>
          <p:nvPr/>
        </p:nvGrpSpPr>
        <p:grpSpPr>
          <a:xfrm>
            <a:off x="2414006" y="2467365"/>
            <a:ext cx="4350906" cy="2277278"/>
            <a:chOff x="1834692" y="1314474"/>
            <a:chExt cx="2416495" cy="2416495"/>
          </a:xfrm>
        </p:grpSpPr>
        <p:sp>
          <p:nvSpPr>
            <p:cNvPr id="28" name="Shape 44"/>
            <p:cNvSpPr/>
            <p:nvPr/>
          </p:nvSpPr>
          <p:spPr>
            <a:xfrm>
              <a:off x="1834692" y="1314474"/>
              <a:ext cx="2416495" cy="2416495"/>
            </a:xfrm>
            <a:prstGeom prst="gear6">
              <a:avLst/>
            </a:prstGeom>
          </p:spPr>
          <p:style>
            <a:lnRef idx="2">
              <a:schemeClr val="lt1">
                <a:hueOff val="0"/>
                <a:satOff val="0"/>
                <a:lumOff val="0"/>
                <a:alphaOff val="0"/>
              </a:schemeClr>
            </a:lnRef>
            <a:fillRef idx="1">
              <a:schemeClr val="accent2">
                <a:shade val="50000"/>
                <a:hueOff val="274719"/>
                <a:satOff val="-2854"/>
                <a:lumOff val="30475"/>
                <a:alphaOff val="0"/>
              </a:schemeClr>
            </a:fillRef>
            <a:effectRef idx="0">
              <a:schemeClr val="accent2">
                <a:shade val="50000"/>
                <a:hueOff val="274719"/>
                <a:satOff val="-2854"/>
                <a:lumOff val="30475"/>
                <a:alphaOff val="0"/>
              </a:schemeClr>
            </a:effectRef>
            <a:fontRef idx="minor">
              <a:schemeClr val="lt1"/>
            </a:fontRef>
          </p:style>
        </p:sp>
        <p:sp>
          <p:nvSpPr>
            <p:cNvPr id="29" name="Shape 6"/>
            <p:cNvSpPr/>
            <p:nvPr/>
          </p:nvSpPr>
          <p:spPr>
            <a:xfrm>
              <a:off x="2355632" y="2050443"/>
              <a:ext cx="1374615" cy="119242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622300">
                <a:lnSpc>
                  <a:spcPct val="90000"/>
                </a:lnSpc>
                <a:spcAft>
                  <a:spcPct val="35000"/>
                </a:spcAft>
              </a:pPr>
              <a:r>
                <a:rPr lang="fr-FR" sz="1500" b="1" dirty="0">
                  <a:solidFill>
                    <a:schemeClr val="bg1"/>
                  </a:solidFill>
                </a:rPr>
                <a:t>La collecte des données nécessite beaucoup d’effort </a:t>
              </a:r>
            </a:p>
          </p:txBody>
        </p:sp>
      </p:grpSp>
      <p:grpSp>
        <p:nvGrpSpPr>
          <p:cNvPr id="30" name="Group 38"/>
          <p:cNvGrpSpPr/>
          <p:nvPr/>
        </p:nvGrpSpPr>
        <p:grpSpPr>
          <a:xfrm>
            <a:off x="3102150" y="940924"/>
            <a:ext cx="4115465" cy="2154048"/>
            <a:chOff x="3132391" y="206043"/>
            <a:chExt cx="2324824" cy="2324824"/>
          </a:xfrm>
        </p:grpSpPr>
        <p:sp>
          <p:nvSpPr>
            <p:cNvPr id="31" name="Shape 42"/>
            <p:cNvSpPr/>
            <p:nvPr/>
          </p:nvSpPr>
          <p:spPr>
            <a:xfrm rot="20700000">
              <a:off x="3132391" y="206043"/>
              <a:ext cx="2324824" cy="2324824"/>
            </a:xfrm>
            <a:prstGeom prst="gear6">
              <a:avLst/>
            </a:prstGeom>
          </p:spPr>
          <p:style>
            <a:lnRef idx="2">
              <a:schemeClr val="lt1">
                <a:hueOff val="0"/>
                <a:satOff val="0"/>
                <a:lumOff val="0"/>
                <a:alphaOff val="0"/>
              </a:schemeClr>
            </a:lnRef>
            <a:fillRef idx="1">
              <a:schemeClr val="accent2">
                <a:shade val="50000"/>
                <a:hueOff val="274719"/>
                <a:satOff val="-2854"/>
                <a:lumOff val="30475"/>
                <a:alphaOff val="0"/>
              </a:schemeClr>
            </a:fillRef>
            <a:effectRef idx="0">
              <a:schemeClr val="accent2">
                <a:shade val="50000"/>
                <a:hueOff val="274719"/>
                <a:satOff val="-2854"/>
                <a:lumOff val="30475"/>
                <a:alphaOff val="0"/>
              </a:schemeClr>
            </a:effectRef>
            <a:fontRef idx="minor">
              <a:schemeClr val="lt1"/>
            </a:fontRef>
          </p:style>
        </p:sp>
        <p:sp>
          <p:nvSpPr>
            <p:cNvPr id="32" name="Shape 8"/>
            <p:cNvSpPr/>
            <p:nvPr/>
          </p:nvSpPr>
          <p:spPr>
            <a:xfrm>
              <a:off x="3482660" y="569511"/>
              <a:ext cx="1644236" cy="16188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533400">
                <a:lnSpc>
                  <a:spcPct val="90000"/>
                </a:lnSpc>
                <a:spcAft>
                  <a:spcPct val="35000"/>
                </a:spcAft>
              </a:pPr>
              <a:r>
                <a:rPr lang="fr-FR" sz="1500" b="1" dirty="0">
                  <a:solidFill>
                    <a:schemeClr val="bg1"/>
                  </a:solidFill>
                </a:rPr>
                <a:t>Les données ne sont pas centralisées</a:t>
              </a:r>
            </a:p>
          </p:txBody>
        </p:sp>
      </p:grpSp>
      <p:sp>
        <p:nvSpPr>
          <p:cNvPr id="33" name="Circular Arrow 39"/>
          <p:cNvSpPr/>
          <p:nvPr/>
        </p:nvSpPr>
        <p:spPr>
          <a:xfrm>
            <a:off x="4904114" y="936392"/>
            <a:ext cx="6244522" cy="3268404"/>
          </a:xfrm>
          <a:prstGeom prst="circularArrow">
            <a:avLst>
              <a:gd name="adj1" fmla="val 4687"/>
              <a:gd name="adj2" fmla="val 299029"/>
              <a:gd name="adj3" fmla="val 2540087"/>
              <a:gd name="adj4" fmla="val 15810675"/>
              <a:gd name="adj5" fmla="val 5469"/>
            </a:avLst>
          </a:prstGeom>
        </p:spPr>
        <p:style>
          <a:lnRef idx="0">
            <a:schemeClr val="accent2">
              <a:shade val="90000"/>
              <a:hueOff val="0"/>
              <a:satOff val="0"/>
              <a:lumOff val="0"/>
              <a:alphaOff val="0"/>
            </a:schemeClr>
          </a:lnRef>
          <a:fillRef idx="1">
            <a:schemeClr val="accent2">
              <a:shade val="90000"/>
              <a:hueOff val="0"/>
              <a:satOff val="0"/>
              <a:lumOff val="0"/>
              <a:alphaOff val="0"/>
            </a:schemeClr>
          </a:fillRef>
          <a:effectRef idx="0">
            <a:schemeClr val="accent2">
              <a:shade val="90000"/>
              <a:hueOff val="0"/>
              <a:satOff val="0"/>
              <a:lumOff val="0"/>
              <a:alphaOff val="0"/>
            </a:schemeClr>
          </a:effectRef>
          <a:fontRef idx="minor">
            <a:schemeClr val="lt1"/>
          </a:fontRef>
        </p:style>
      </p:sp>
      <p:sp>
        <p:nvSpPr>
          <p:cNvPr id="35" name="Shape 8">
            <a:extLst>
              <a:ext uri="{FF2B5EF4-FFF2-40B4-BE49-F238E27FC236}">
                <a16:creationId xmlns:a16="http://schemas.microsoft.com/office/drawing/2014/main" id="{7A0B4D7E-96D2-493C-A0C5-34C5CF2341A6}"/>
              </a:ext>
            </a:extLst>
          </p:cNvPr>
          <p:cNvSpPr/>
          <p:nvPr/>
        </p:nvSpPr>
        <p:spPr>
          <a:xfrm>
            <a:off x="5921396" y="1939200"/>
            <a:ext cx="2910670" cy="149990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533400">
              <a:lnSpc>
                <a:spcPct val="90000"/>
              </a:lnSpc>
              <a:spcAft>
                <a:spcPct val="35000"/>
              </a:spcAft>
            </a:pPr>
            <a:r>
              <a:rPr lang="fr-FR" sz="1500" b="1" dirty="0">
                <a:solidFill>
                  <a:schemeClr val="bg1"/>
                </a:solidFill>
              </a:rPr>
              <a:t>Un volume important de données</a:t>
            </a:r>
          </a:p>
        </p:txBody>
      </p:sp>
    </p:spTree>
    <p:extLst>
      <p:ext uri="{BB962C8B-B14F-4D97-AF65-F5344CB8AC3E}">
        <p14:creationId xmlns:p14="http://schemas.microsoft.com/office/powerpoint/2010/main" val="538914500"/>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10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300"/>
                                        <p:tgtEl>
                                          <p:spTgt spid="30"/>
                                        </p:tgtEl>
                                      </p:cBhvr>
                                    </p:animEffect>
                                  </p:childTnLst>
                                </p:cTn>
                              </p:par>
                            </p:childTnLst>
                          </p:cTn>
                        </p:par>
                        <p:par>
                          <p:cTn id="13" fill="hold">
                            <p:stCondLst>
                              <p:cond delay="900"/>
                            </p:stCondLst>
                            <p:childTnLst>
                              <p:par>
                                <p:cTn id="14" presetID="22" presetClass="entr" presetSubtype="2" fill="hold" nodeType="afterEffect">
                                  <p:stCondLst>
                                    <p:cond delay="200"/>
                                  </p:stCondLst>
                                  <p:childTnLst>
                                    <p:set>
                                      <p:cBhvr>
                                        <p:cTn id="15" dur="1" fill="hold">
                                          <p:stCondLst>
                                            <p:cond delay="0"/>
                                          </p:stCondLst>
                                        </p:cTn>
                                        <p:tgtEl>
                                          <p:spTgt spid="27"/>
                                        </p:tgtEl>
                                        <p:attrNameLst>
                                          <p:attrName>style.visibility</p:attrName>
                                        </p:attrNameLst>
                                      </p:cBhvr>
                                      <p:to>
                                        <p:strVal val="visible"/>
                                      </p:to>
                                    </p:set>
                                    <p:animEffect transition="in" filter="wipe(right)">
                                      <p:cBhvr>
                                        <p:cTn id="16" dur="300"/>
                                        <p:tgtEl>
                                          <p:spTgt spid="27"/>
                                        </p:tgtEl>
                                      </p:cBhvr>
                                    </p:animEffect>
                                  </p:childTnLst>
                                </p:cTn>
                              </p:par>
                            </p:childTnLst>
                          </p:cTn>
                        </p:par>
                        <p:par>
                          <p:cTn id="17" fill="hold">
                            <p:stCondLst>
                              <p:cond delay="1400"/>
                            </p:stCondLst>
                            <p:childTnLst>
                              <p:par>
                                <p:cTn id="18" presetID="22" presetClass="entr" presetSubtype="8" fill="hold" nodeType="afterEffect">
                                  <p:stCondLst>
                                    <p:cond delay="30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300"/>
                                        <p:tgtEl>
                                          <p:spTgt spid="23"/>
                                        </p:tgtEl>
                                      </p:cBhvr>
                                    </p:animEffect>
                                  </p:childTnLst>
                                </p:cTn>
                              </p:par>
                              <p:par>
                                <p:cTn id="21" presetID="22" presetClass="entr" presetSubtype="8"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br>
              <a:rPr lang="fr-FR" altLang="fr-FR" sz="3200" dirty="0"/>
            </a:br>
            <a:br>
              <a:rPr lang="fr-FR" altLang="fr-FR" sz="3200" dirty="0"/>
            </a:br>
            <a:br>
              <a:rPr lang="fr-FR" altLang="fr-FR" sz="3200" dirty="0"/>
            </a:br>
            <a:r>
              <a:rPr lang="fr-FR" altLang="fr-FR" sz="3200" dirty="0"/>
              <a:t>                                            </a:t>
            </a:r>
          </a:p>
        </p:txBody>
      </p:sp>
      <p:sp>
        <p:nvSpPr>
          <p:cNvPr id="2" name="Espace réservé du numéro de diapositive 1"/>
          <p:cNvSpPr>
            <a:spLocks noGrp="1"/>
          </p:cNvSpPr>
          <p:nvPr>
            <p:ph type="sldNum" sz="quarter" idx="12"/>
          </p:nvPr>
        </p:nvSpPr>
        <p:spPr/>
        <p:txBody>
          <a:bodyPr/>
          <a:lstStyle/>
          <a:p>
            <a:pPr marL="25400">
              <a:spcBef>
                <a:spcPts val="165"/>
              </a:spcBef>
            </a:pPr>
            <a:fld id="{769C2F7F-9658-46AF-AC18-45541DF4D35C}" type="slidenum">
              <a:rPr lang="fr-FR" altLang="fr-FR" b="1"/>
              <a:pPr marL="25400">
                <a:spcBef>
                  <a:spcPts val="165"/>
                </a:spcBef>
              </a:pPr>
              <a:t>7</a:t>
            </a:fld>
            <a:endParaRPr lang="fr-FR" altLang="fr-FR" b="1" dirty="0"/>
          </a:p>
        </p:txBody>
      </p:sp>
      <p:sp>
        <p:nvSpPr>
          <p:cNvPr id="17" name="Line 7"/>
          <p:cNvSpPr>
            <a:spLocks noChangeShapeType="1"/>
          </p:cNvSpPr>
          <p:nvPr/>
        </p:nvSpPr>
        <p:spPr bwMode="auto">
          <a:xfrm flipV="1">
            <a:off x="0" y="6415089"/>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 name="Text Box 19"/>
          <p:cNvSpPr txBox="1">
            <a:spLocks noChangeArrowheads="1"/>
          </p:cNvSpPr>
          <p:nvPr/>
        </p:nvSpPr>
        <p:spPr bwMode="auto">
          <a:xfrm>
            <a:off x="0" y="6491289"/>
            <a:ext cx="10668000"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p>
        </p:txBody>
      </p:sp>
      <p:sp>
        <p:nvSpPr>
          <p:cNvPr id="20" name="Rectangle 3"/>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r>
              <a:rPr lang="fr-FR" sz="24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21" name="Line 9"/>
          <p:cNvSpPr>
            <a:spLocks noChangeShapeType="1"/>
          </p:cNvSpPr>
          <p:nvPr/>
        </p:nvSpPr>
        <p:spPr bwMode="auto">
          <a:xfrm flipV="1">
            <a:off x="2991388" y="863113"/>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29" name="Image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1187742"/>
            <a:ext cx="7916632" cy="1042506"/>
          </a:xfrm>
          <a:prstGeom prst="rect">
            <a:avLst/>
          </a:prstGeom>
        </p:spPr>
      </p:pic>
      <p:pic>
        <p:nvPicPr>
          <p:cNvPr id="31" name="Picture 2" descr="RÃ©sultat de recherche d'images pour &quot;introduction&quo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59355" y="5754804"/>
            <a:ext cx="1588042" cy="594667"/>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p:cNvSpPr/>
          <p:nvPr/>
        </p:nvSpPr>
        <p:spPr>
          <a:xfrm>
            <a:off x="3192320" y="1306608"/>
            <a:ext cx="2629246"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Les solution !!   </a:t>
            </a:r>
          </a:p>
        </p:txBody>
      </p:sp>
      <p:pic>
        <p:nvPicPr>
          <p:cNvPr id="34" name="Picture 1"/>
          <p:cNvPicPr>
            <a:picLocks noChangeAspect="1" noChangeArrowheads="1"/>
          </p:cNvPicPr>
          <p:nvPr/>
        </p:nvPicPr>
        <p:blipFill rotWithShape="1">
          <a:blip r:embed="rId6">
            <a:extLst>
              <a:ext uri="{28A0092B-C50C-407E-A947-70E740481C1C}">
                <a14:useLocalDpi xmlns:a14="http://schemas.microsoft.com/office/drawing/2010/main" val="0"/>
              </a:ext>
            </a:extLst>
          </a:blip>
          <a:srcRect r="12110"/>
          <a:stretch/>
        </p:blipFill>
        <p:spPr bwMode="auto">
          <a:xfrm>
            <a:off x="9234" y="1298942"/>
            <a:ext cx="1435143" cy="19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ZoneTexte 1">
            <a:extLst>
              <a:ext uri="{FF2B5EF4-FFF2-40B4-BE49-F238E27FC236}">
                <a16:creationId xmlns:a16="http://schemas.microsoft.com/office/drawing/2014/main" id="{AAA84510-2D58-4C15-9FB7-36D2D4887007}"/>
              </a:ext>
            </a:extLst>
          </p:cNvPr>
          <p:cNvSpPr txBox="1"/>
          <p:nvPr/>
        </p:nvSpPr>
        <p:spPr>
          <a:xfrm>
            <a:off x="2954313" y="2360609"/>
            <a:ext cx="8077200" cy="954107"/>
          </a:xfrm>
          <a:prstGeom prst="rect">
            <a:avLst/>
          </a:prstGeom>
          <a:solidFill>
            <a:schemeClr val="bg2"/>
          </a:solidFill>
        </p:spPr>
        <p:txBody>
          <a:bodyPr wrap="square" rtlCol="0">
            <a:spAutoFit/>
          </a:bodyPr>
          <a:lstStyle/>
          <a:p>
            <a:pPr algn="ctr"/>
            <a:r>
              <a:rPr lang="fr-FR" sz="2800" dirty="0">
                <a:solidFill>
                  <a:srgbClr val="000000"/>
                </a:solidFill>
                <a:latin typeface="Times New Roman" panose="02020603050405020304" pitchFamily="18" charset="0"/>
                <a:ea typeface="Carlito"/>
              </a:rPr>
              <a:t>Un système pour détecter des tendances émergentes dans l’exploration des données textuelles. </a:t>
            </a:r>
            <a:endParaRPr lang="fr-FR" sz="3600" dirty="0"/>
          </a:p>
        </p:txBody>
      </p:sp>
      <p:sp>
        <p:nvSpPr>
          <p:cNvPr id="22" name="Flèche vers le bas 3">
            <a:extLst>
              <a:ext uri="{FF2B5EF4-FFF2-40B4-BE49-F238E27FC236}">
                <a16:creationId xmlns:a16="http://schemas.microsoft.com/office/drawing/2014/main" id="{D75682A9-D6C3-44D3-A577-225DBF7B5D38}"/>
              </a:ext>
            </a:extLst>
          </p:cNvPr>
          <p:cNvSpPr/>
          <p:nvPr/>
        </p:nvSpPr>
        <p:spPr>
          <a:xfrm>
            <a:off x="3935948" y="3621085"/>
            <a:ext cx="609600" cy="1143000"/>
          </a:xfrm>
          <a:prstGeom prst="downArrow">
            <a:avLst/>
          </a:prstGeom>
          <a:solidFill>
            <a:schemeClr val="bg2">
              <a:lumMod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30" name="Flèche vers le bas 5">
            <a:extLst>
              <a:ext uri="{FF2B5EF4-FFF2-40B4-BE49-F238E27FC236}">
                <a16:creationId xmlns:a16="http://schemas.microsoft.com/office/drawing/2014/main" id="{FF9EA501-4EA1-42FE-831A-B064ECDEE2A6}"/>
              </a:ext>
            </a:extLst>
          </p:cNvPr>
          <p:cNvSpPr/>
          <p:nvPr/>
        </p:nvSpPr>
        <p:spPr>
          <a:xfrm>
            <a:off x="6569330" y="3566848"/>
            <a:ext cx="609600" cy="1143000"/>
          </a:xfrm>
          <a:prstGeom prst="downArrow">
            <a:avLst/>
          </a:prstGeom>
          <a:solidFill>
            <a:schemeClr val="bg2">
              <a:lumMod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32" name="Flèche vers le bas 6">
            <a:extLst>
              <a:ext uri="{FF2B5EF4-FFF2-40B4-BE49-F238E27FC236}">
                <a16:creationId xmlns:a16="http://schemas.microsoft.com/office/drawing/2014/main" id="{29CC1196-0332-46A6-A9C5-5E8EB21C22C9}"/>
              </a:ext>
            </a:extLst>
          </p:cNvPr>
          <p:cNvSpPr/>
          <p:nvPr/>
        </p:nvSpPr>
        <p:spPr>
          <a:xfrm>
            <a:off x="9193748" y="3521353"/>
            <a:ext cx="609600" cy="1143000"/>
          </a:xfrm>
          <a:prstGeom prst="downArrow">
            <a:avLst/>
          </a:prstGeom>
          <a:solidFill>
            <a:schemeClr val="bg2">
              <a:lumMod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5E1A2F57-9853-4A05-A926-FD24E2A1EB27}"/>
              </a:ext>
            </a:extLst>
          </p:cNvPr>
          <p:cNvSpPr/>
          <p:nvPr/>
        </p:nvSpPr>
        <p:spPr>
          <a:xfrm>
            <a:off x="2990172" y="4933987"/>
            <a:ext cx="2563522" cy="369332"/>
          </a:xfrm>
          <a:prstGeom prst="rect">
            <a:avLst/>
          </a:prstGeom>
          <a:solidFill>
            <a:schemeClr val="accent5">
              <a:lumMod val="60000"/>
              <a:lumOff val="40000"/>
            </a:schemeClr>
          </a:solidFill>
        </p:spPr>
        <p:style>
          <a:lnRef idx="1">
            <a:schemeClr val="accent4"/>
          </a:lnRef>
          <a:fillRef idx="2">
            <a:schemeClr val="accent4"/>
          </a:fillRef>
          <a:effectRef idx="1">
            <a:schemeClr val="accent4"/>
          </a:effectRef>
          <a:fontRef idx="minor">
            <a:schemeClr val="dk1"/>
          </a:fontRef>
        </p:style>
        <p:txBody>
          <a:bodyPr wrap="none">
            <a:spAutoFit/>
          </a:bodyPr>
          <a:lstStyle/>
          <a:p>
            <a:r>
              <a:rPr lang="fr-FR" b="1" dirty="0">
                <a:solidFill>
                  <a:srgbClr val="000000"/>
                </a:solidFill>
                <a:latin typeface="Times New Roman" panose="02020603050405020304" pitchFamily="18" charset="0"/>
                <a:ea typeface="Carlito"/>
              </a:rPr>
              <a:t>Un modèle de </a:t>
            </a:r>
            <a:r>
              <a:rPr lang="fr-FR" b="1" dirty="0" err="1">
                <a:solidFill>
                  <a:srgbClr val="000000"/>
                </a:solidFill>
                <a:latin typeface="Times New Roman" panose="02020603050405020304" pitchFamily="18" charset="0"/>
                <a:ea typeface="Carlito"/>
              </a:rPr>
              <a:t>clustering</a:t>
            </a:r>
            <a:endParaRPr lang="fr-FR" b="1" dirty="0"/>
          </a:p>
        </p:txBody>
      </p:sp>
      <p:sp>
        <p:nvSpPr>
          <p:cNvPr id="36" name="Rectangle 35">
            <a:extLst>
              <a:ext uri="{FF2B5EF4-FFF2-40B4-BE49-F238E27FC236}">
                <a16:creationId xmlns:a16="http://schemas.microsoft.com/office/drawing/2014/main" id="{94ADDAF3-0FBB-4B20-AD48-186AE3792769}"/>
              </a:ext>
            </a:extLst>
          </p:cNvPr>
          <p:cNvSpPr/>
          <p:nvPr/>
        </p:nvSpPr>
        <p:spPr>
          <a:xfrm>
            <a:off x="5611765" y="4951895"/>
            <a:ext cx="2916183" cy="369332"/>
          </a:xfrm>
          <a:prstGeom prst="rect">
            <a:avLst/>
          </a:prstGeom>
          <a:solidFill>
            <a:schemeClr val="accent5">
              <a:lumMod val="60000"/>
              <a:lumOff val="40000"/>
            </a:schemeClr>
          </a:solidFill>
        </p:spPr>
        <p:style>
          <a:lnRef idx="1">
            <a:schemeClr val="accent4"/>
          </a:lnRef>
          <a:fillRef idx="2">
            <a:schemeClr val="accent4"/>
          </a:fillRef>
          <a:effectRef idx="1">
            <a:schemeClr val="accent4"/>
          </a:effectRef>
          <a:fontRef idx="minor">
            <a:schemeClr val="dk1"/>
          </a:fontRef>
        </p:style>
        <p:txBody>
          <a:bodyPr wrap="none">
            <a:spAutoFit/>
          </a:bodyPr>
          <a:lstStyle/>
          <a:p>
            <a:r>
              <a:rPr lang="fr-FR" b="1" dirty="0">
                <a:solidFill>
                  <a:srgbClr val="000000"/>
                </a:solidFill>
                <a:latin typeface="Times New Roman" panose="02020603050405020304" pitchFamily="18" charset="0"/>
                <a:ea typeface="Carlito"/>
              </a:rPr>
              <a:t>Un modèle de classification </a:t>
            </a:r>
            <a:endParaRPr lang="fr-FR" b="1" dirty="0"/>
          </a:p>
        </p:txBody>
      </p:sp>
      <p:sp>
        <p:nvSpPr>
          <p:cNvPr id="37" name="Rectangle 36">
            <a:extLst>
              <a:ext uri="{FF2B5EF4-FFF2-40B4-BE49-F238E27FC236}">
                <a16:creationId xmlns:a16="http://schemas.microsoft.com/office/drawing/2014/main" id="{89DDDAD9-75B2-412E-82B1-74097032F05F}"/>
              </a:ext>
            </a:extLst>
          </p:cNvPr>
          <p:cNvSpPr/>
          <p:nvPr/>
        </p:nvSpPr>
        <p:spPr>
          <a:xfrm>
            <a:off x="8592119" y="4933987"/>
            <a:ext cx="2539295" cy="646331"/>
          </a:xfrm>
          <a:prstGeom prst="rect">
            <a:avLst/>
          </a:prstGeom>
          <a:solidFill>
            <a:schemeClr val="accent5">
              <a:lumMod val="60000"/>
              <a:lumOff val="40000"/>
            </a:schemeClr>
          </a:solidFill>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fr-FR" b="1" dirty="0">
                <a:solidFill>
                  <a:srgbClr val="000000"/>
                </a:solidFill>
                <a:latin typeface="Times New Roman" panose="02020603050405020304" pitchFamily="18" charset="0"/>
                <a:ea typeface="Carlito"/>
              </a:rPr>
              <a:t>Un modèle de résumé de texte </a:t>
            </a:r>
            <a:endParaRPr lang="fr-FR" b="1" dirty="0"/>
          </a:p>
        </p:txBody>
      </p:sp>
    </p:spTree>
    <p:extLst>
      <p:ext uri="{BB962C8B-B14F-4D97-AF65-F5344CB8AC3E}">
        <p14:creationId xmlns:p14="http://schemas.microsoft.com/office/powerpoint/2010/main" val="65929028"/>
      </p:ext>
    </p:extLst>
  </p:cSld>
  <p:clrMapOvr>
    <a:overrideClrMapping bg1="lt1" tx1="dk1" bg2="lt2" tx2="dk2" accent1="accent1" accent2="accent2" accent3="accent3" accent4="accent4" accent5="accent5" accent6="accent6" hlink="hlink" folHlink="folHlink"/>
  </p:clrMapOvr>
  <p:transition>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2000"/>
                                        <p:tgtEl>
                                          <p:spTgt spid="34"/>
                                        </p:tgtEl>
                                      </p:cBhvr>
                                    </p:animEffect>
                                    <p:anim calcmode="lin" valueType="num">
                                      <p:cBhvr>
                                        <p:cTn id="8" dur="2000" fill="hold"/>
                                        <p:tgtEl>
                                          <p:spTgt spid="34"/>
                                        </p:tgtEl>
                                        <p:attrNameLst>
                                          <p:attrName>ppt_w</p:attrName>
                                        </p:attrNameLst>
                                      </p:cBhvr>
                                      <p:tavLst>
                                        <p:tav tm="0" fmla="#ppt_w*sin(2.5*pi*$)">
                                          <p:val>
                                            <p:fltVal val="0"/>
                                          </p:val>
                                        </p:tav>
                                        <p:tav tm="100000">
                                          <p:val>
                                            <p:fltVal val="1"/>
                                          </p:val>
                                        </p:tav>
                                      </p:tavLst>
                                    </p:anim>
                                    <p:anim calcmode="lin" valueType="num">
                                      <p:cBhvr>
                                        <p:cTn id="9" dur="20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2" descr="C:\Users\malek\Downloads\ic-ne-de-document-de-pc-d-ordinateur-logo-design-element-95483525.jpg">
            <a:extLst>
              <a:ext uri="{FF2B5EF4-FFF2-40B4-BE49-F238E27FC236}">
                <a16:creationId xmlns:a16="http://schemas.microsoft.com/office/drawing/2014/main" id="{67FCFF3E-0C9B-4F26-BF99-13E875C886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7" y="1253919"/>
            <a:ext cx="2519092" cy="201560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E1F3CD55-F9B6-462D-85BB-FD0C82C88A83}"/>
              </a:ext>
            </a:extLst>
          </p:cNvPr>
          <p:cNvSpPr>
            <a:spLocks noGrp="1"/>
          </p:cNvSpPr>
          <p:nvPr>
            <p:ph type="sldNum" sz="quarter" idx="12"/>
          </p:nvPr>
        </p:nvSpPr>
        <p:spPr/>
        <p:txBody>
          <a:bodyPr/>
          <a:lstStyle/>
          <a:p>
            <a:fld id="{769C2F7F-9658-46AF-AC18-45541DF4D35C}" type="slidenum">
              <a:rPr lang="fr-FR" altLang="fr-FR" smtClean="0"/>
              <a:pPr/>
              <a:t>8</a:t>
            </a:fld>
            <a:endParaRPr lang="fr-FR" altLang="fr-FR"/>
          </a:p>
        </p:txBody>
      </p:sp>
      <p:pic>
        <p:nvPicPr>
          <p:cNvPr id="6" name="Picture 7" descr="C:\Users\malek\Downloads\long-arrow-right.png">
            <a:extLst>
              <a:ext uri="{FF2B5EF4-FFF2-40B4-BE49-F238E27FC236}">
                <a16:creationId xmlns:a16="http://schemas.microsoft.com/office/drawing/2014/main" id="{2EFB525C-609C-43D4-B949-8EF44EC486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56709" y="1954857"/>
            <a:ext cx="510176" cy="6558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C:\Users\malek\Downloads\ic-ne-de-document-de-pc-d-ordinateur-logo-design-element-95483525.jpg">
            <a:extLst>
              <a:ext uri="{FF2B5EF4-FFF2-40B4-BE49-F238E27FC236}">
                <a16:creationId xmlns:a16="http://schemas.microsoft.com/office/drawing/2014/main" id="{657C2B91-5DA2-4E89-8FA1-47839D654E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93" y="2924238"/>
            <a:ext cx="2519092" cy="20156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D:\pfe master\WebScrap\Screenshot 2021-06-14 141358.png">
            <a:extLst>
              <a:ext uri="{FF2B5EF4-FFF2-40B4-BE49-F238E27FC236}">
                <a16:creationId xmlns:a16="http://schemas.microsoft.com/office/drawing/2014/main" id="{EFA55833-5BDD-410E-AF22-F83BF070376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56749" y="1431186"/>
            <a:ext cx="1660708" cy="16977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3" descr="D:\pfe master\WebScrap\Screenshot 2021-06-14 141358.png">
            <a:extLst>
              <a:ext uri="{FF2B5EF4-FFF2-40B4-BE49-F238E27FC236}">
                <a16:creationId xmlns:a16="http://schemas.microsoft.com/office/drawing/2014/main" id="{8F34A25A-E17F-4BA4-9C0C-6F8819D2F81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45122" y="3222005"/>
            <a:ext cx="1660708" cy="169775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F3525E7-36CD-4533-843C-2FDA99769D5A}"/>
              </a:ext>
            </a:extLst>
          </p:cNvPr>
          <p:cNvSpPr txBox="1"/>
          <p:nvPr/>
        </p:nvSpPr>
        <p:spPr>
          <a:xfrm>
            <a:off x="5355747" y="3755820"/>
            <a:ext cx="1315432" cy="646331"/>
          </a:xfrm>
          <a:prstGeom prst="rect">
            <a:avLst/>
          </a:prstGeom>
          <a:noFill/>
        </p:spPr>
        <p:txBody>
          <a:bodyPr wrap="square" rtlCol="0">
            <a:spAutoFit/>
          </a:bodyPr>
          <a:lstStyle/>
          <a:p>
            <a:r>
              <a:rPr lang="en-US" sz="3600" b="1" dirty="0"/>
              <a:t>NLP</a:t>
            </a:r>
            <a:endParaRPr lang="en-US" b="1" dirty="0"/>
          </a:p>
        </p:txBody>
      </p:sp>
      <p:pic>
        <p:nvPicPr>
          <p:cNvPr id="16" name="Picture 14" descr="C:\Users\malek\Downloads\GetImage.png">
            <a:extLst>
              <a:ext uri="{FF2B5EF4-FFF2-40B4-BE49-F238E27FC236}">
                <a16:creationId xmlns:a16="http://schemas.microsoft.com/office/drawing/2014/main" id="{709D263E-0CAF-41AE-885F-6A0822A4C12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82015" y="2722842"/>
            <a:ext cx="1601801" cy="197070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7" descr="C:\Users\malek\Downloads\png-clipart-user-computer-diagram-computer-hand-computer.png">
            <a:extLst>
              <a:ext uri="{FF2B5EF4-FFF2-40B4-BE49-F238E27FC236}">
                <a16:creationId xmlns:a16="http://schemas.microsoft.com/office/drawing/2014/main" id="{5463A825-C691-425A-91DD-4E0D25B69AE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57554" y="2820063"/>
            <a:ext cx="2378184" cy="18734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 descr="C:\Users\malek\Downloads\long-arrow-right.png">
            <a:extLst>
              <a:ext uri="{FF2B5EF4-FFF2-40B4-BE49-F238E27FC236}">
                <a16:creationId xmlns:a16="http://schemas.microsoft.com/office/drawing/2014/main" id="{DAA6A8E1-8D84-4B70-B623-CDBCD331BA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24315" y="3269521"/>
            <a:ext cx="492732" cy="137990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C:\Users\malek\Downloads\ic-ne-de-document-de-pc-d-ordinateur-logo-design-element-95483525.jpg">
            <a:extLst>
              <a:ext uri="{FF2B5EF4-FFF2-40B4-BE49-F238E27FC236}">
                <a16:creationId xmlns:a16="http://schemas.microsoft.com/office/drawing/2014/main" id="{C13B8CEA-0E8C-4417-BC21-A2BBF39E3B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492" y="4617663"/>
            <a:ext cx="2519092" cy="201560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3" descr="D:\pfe master\WebScrap\Screenshot 2021-06-14 141358.png">
            <a:extLst>
              <a:ext uri="{FF2B5EF4-FFF2-40B4-BE49-F238E27FC236}">
                <a16:creationId xmlns:a16="http://schemas.microsoft.com/office/drawing/2014/main" id="{6A799997-77A8-48C6-9BAC-6D751DB2DBD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55441" y="4780916"/>
            <a:ext cx="1660708" cy="16977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7" descr="C:\Users\malek\Downloads\long-arrow-right.png">
            <a:extLst>
              <a:ext uri="{FF2B5EF4-FFF2-40B4-BE49-F238E27FC236}">
                <a16:creationId xmlns:a16="http://schemas.microsoft.com/office/drawing/2014/main" id="{33A58AEA-F630-4291-B4B6-7D0F276D85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0025" y="3719510"/>
            <a:ext cx="510176" cy="65585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7" descr="C:\Users\malek\Downloads\long-arrow-right.png">
            <a:extLst>
              <a:ext uri="{FF2B5EF4-FFF2-40B4-BE49-F238E27FC236}">
                <a16:creationId xmlns:a16="http://schemas.microsoft.com/office/drawing/2014/main" id="{12301F15-CE82-446E-A88D-9A0006A2C7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48810" y="5324681"/>
            <a:ext cx="510176" cy="65585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7" descr="C:\Users\malek\Downloads\long-arrow-right.png">
            <a:extLst>
              <a:ext uri="{FF2B5EF4-FFF2-40B4-BE49-F238E27FC236}">
                <a16:creationId xmlns:a16="http://schemas.microsoft.com/office/drawing/2014/main" id="{0E9BAE76-A6CE-4147-8DD9-E11CD714536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2838">
            <a:off x="4505638" y="2135287"/>
            <a:ext cx="854660" cy="65585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7" descr="C:\Users\malek\Downloads\long-arrow-right.png">
            <a:extLst>
              <a:ext uri="{FF2B5EF4-FFF2-40B4-BE49-F238E27FC236}">
                <a16:creationId xmlns:a16="http://schemas.microsoft.com/office/drawing/2014/main" id="{EF24A080-071E-4198-A958-673B96350CF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9607" y="3719509"/>
            <a:ext cx="854660" cy="65585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7" descr="C:\Users\malek\Downloads\long-arrow-right.png">
            <a:extLst>
              <a:ext uri="{FF2B5EF4-FFF2-40B4-BE49-F238E27FC236}">
                <a16:creationId xmlns:a16="http://schemas.microsoft.com/office/drawing/2014/main" id="{40FE4BB5-8DC6-4947-A86E-BD893CF5FED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905397">
            <a:off x="4455312" y="5082299"/>
            <a:ext cx="854660" cy="65585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7" descr="C:\Users\malek\Downloads\long-arrow-right.png">
            <a:extLst>
              <a:ext uri="{FF2B5EF4-FFF2-40B4-BE49-F238E27FC236}">
                <a16:creationId xmlns:a16="http://schemas.microsoft.com/office/drawing/2014/main" id="{5E4C78D6-01FA-49AE-8E09-7EFCA6779F7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58652" y="3755820"/>
            <a:ext cx="854660" cy="655859"/>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
            <a:extLst>
              <a:ext uri="{FF2B5EF4-FFF2-40B4-BE49-F238E27FC236}">
                <a16:creationId xmlns:a16="http://schemas.microsoft.com/office/drawing/2014/main" id="{FC324A8C-C570-498D-A941-5AB921A3210E}"/>
              </a:ext>
            </a:extLst>
          </p:cNvPr>
          <p:cNvSpPr txBox="1">
            <a:spLocks noChangeArrowheads="1"/>
          </p:cNvSpPr>
          <p:nvPr/>
        </p:nvSpPr>
        <p:spPr>
          <a:xfrm>
            <a:off x="2971800" y="266701"/>
            <a:ext cx="9220199" cy="533400"/>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r>
              <a:rPr lang="fr-FR" sz="2400" b="1" dirty="0">
                <a:solidFill>
                  <a:schemeClr val="bg1"/>
                </a:solidFill>
                <a:latin typeface="Times New Roman" panose="02020603050405020304" pitchFamily="18" charset="0"/>
                <a:cs typeface="Times New Roman" panose="02020603050405020304" pitchFamily="18" charset="0"/>
              </a:rPr>
              <a:t>Cadre général du projet</a:t>
            </a:r>
          </a:p>
        </p:txBody>
      </p:sp>
      <p:sp>
        <p:nvSpPr>
          <p:cNvPr id="33" name="Text Box 19">
            <a:extLst>
              <a:ext uri="{FF2B5EF4-FFF2-40B4-BE49-F238E27FC236}">
                <a16:creationId xmlns:a16="http://schemas.microsoft.com/office/drawing/2014/main" id="{571D9482-F70E-445B-B394-4B99936ADB41}"/>
              </a:ext>
            </a:extLst>
          </p:cNvPr>
          <p:cNvSpPr txBox="1">
            <a:spLocks noChangeArrowheads="1"/>
          </p:cNvSpPr>
          <p:nvPr/>
        </p:nvSpPr>
        <p:spPr bwMode="auto">
          <a:xfrm>
            <a:off x="0" y="6500754"/>
            <a:ext cx="10668000"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p>
        </p:txBody>
      </p:sp>
      <p:sp>
        <p:nvSpPr>
          <p:cNvPr id="34" name="Line 7">
            <a:extLst>
              <a:ext uri="{FF2B5EF4-FFF2-40B4-BE49-F238E27FC236}">
                <a16:creationId xmlns:a16="http://schemas.microsoft.com/office/drawing/2014/main" id="{E90630E3-83A3-43A8-9ED0-14D66DF374F0}"/>
              </a:ext>
            </a:extLst>
          </p:cNvPr>
          <p:cNvSpPr>
            <a:spLocks noChangeShapeType="1"/>
          </p:cNvSpPr>
          <p:nvPr/>
        </p:nvSpPr>
        <p:spPr bwMode="auto">
          <a:xfrm flipV="1">
            <a:off x="0" y="6415089"/>
            <a:ext cx="10668000" cy="8843"/>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35" name="Image 28">
            <a:extLst>
              <a:ext uri="{FF2B5EF4-FFF2-40B4-BE49-F238E27FC236}">
                <a16:creationId xmlns:a16="http://schemas.microsoft.com/office/drawing/2014/main" id="{4BD9A5A4-5BBF-484F-B4BF-2E239BB011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74601" y="890297"/>
            <a:ext cx="7680647" cy="1042506"/>
          </a:xfrm>
          <a:prstGeom prst="rect">
            <a:avLst/>
          </a:prstGeom>
        </p:spPr>
      </p:pic>
      <p:sp>
        <p:nvSpPr>
          <p:cNvPr id="36" name="Rectangle 35">
            <a:extLst>
              <a:ext uri="{FF2B5EF4-FFF2-40B4-BE49-F238E27FC236}">
                <a16:creationId xmlns:a16="http://schemas.microsoft.com/office/drawing/2014/main" id="{30157EDE-D529-4060-9841-71633930C556}"/>
              </a:ext>
            </a:extLst>
          </p:cNvPr>
          <p:cNvSpPr/>
          <p:nvPr/>
        </p:nvSpPr>
        <p:spPr>
          <a:xfrm>
            <a:off x="4932968" y="1016976"/>
            <a:ext cx="3760260"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Architecture/Workflow</a:t>
            </a:r>
          </a:p>
        </p:txBody>
      </p:sp>
    </p:spTree>
    <p:extLst>
      <p:ext uri="{BB962C8B-B14F-4D97-AF65-F5344CB8AC3E}">
        <p14:creationId xmlns:p14="http://schemas.microsoft.com/office/powerpoint/2010/main" val="3930972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Présentation de la méthodologie adoptée</a:t>
            </a:r>
          </a:p>
        </p:txBody>
      </p:sp>
      <p:sp>
        <p:nvSpPr>
          <p:cNvPr id="29" name="Text Box 19"/>
          <p:cNvSpPr txBox="1">
            <a:spLocks noChangeArrowheads="1"/>
          </p:cNvSpPr>
          <p:nvPr/>
        </p:nvSpPr>
        <p:spPr bwMode="auto">
          <a:xfrm>
            <a:off x="15691" y="6471088"/>
            <a:ext cx="10822446"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sz="1800" b="1" dirty="0">
                <a:solidFill>
                  <a:schemeClr val="bg1">
                    <a:lumMod val="85000"/>
                  </a:schemeClr>
                </a:solidFill>
              </a:rPr>
              <a:t>Détection des tendances émergentes dans l’exploration de données textuelles</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9</a:t>
            </a:fld>
            <a:endParaRPr lang="fr-FR" altLang="fr-FR" b="1" dirty="0"/>
          </a:p>
        </p:txBody>
      </p:sp>
      <p:sp>
        <p:nvSpPr>
          <p:cNvPr id="4" name="Rectangle 3"/>
          <p:cNvSpPr/>
          <p:nvPr/>
        </p:nvSpPr>
        <p:spPr>
          <a:xfrm>
            <a:off x="102651" y="6514030"/>
            <a:ext cx="10138517" cy="369332"/>
          </a:xfrm>
          <a:prstGeom prst="rect">
            <a:avLst/>
          </a:prstGeom>
        </p:spPr>
        <p:txBody>
          <a:bodyPr wrap="square">
            <a:spAutoFit/>
          </a:bodyPr>
          <a:lstStyle/>
          <a:p>
            <a:pPr>
              <a:spcBef>
                <a:spcPct val="50000"/>
              </a:spcBef>
            </a:pPr>
            <a:endParaRPr lang="fr-FR" b="1" dirty="0">
              <a:solidFill>
                <a:schemeClr val="bg1">
                  <a:lumMod val="85000"/>
                </a:schemeClr>
              </a:solidFill>
            </a:endParaRPr>
          </a:p>
        </p:txBody>
      </p:sp>
      <p:sp>
        <p:nvSpPr>
          <p:cNvPr id="8" name="ZoneTexte 7"/>
          <p:cNvSpPr txBox="1"/>
          <p:nvPr/>
        </p:nvSpPr>
        <p:spPr>
          <a:xfrm>
            <a:off x="534979" y="1885631"/>
            <a:ext cx="5742730" cy="3431709"/>
          </a:xfrm>
          <a:prstGeom prst="rect">
            <a:avLst/>
          </a:prstGeom>
          <a:noFill/>
        </p:spPr>
        <p:txBody>
          <a:bodyPr wrap="square" rtlCol="0">
            <a:spAutoFit/>
          </a:bodyPr>
          <a:lstStyle/>
          <a:p>
            <a:r>
              <a:rPr lang="fr-FR" sz="2100" dirty="0">
                <a:latin typeface="Times New Roman" panose="02020603050405020304" pitchFamily="18" charset="0"/>
                <a:cs typeface="Times New Roman" panose="02020603050405020304" pitchFamily="18" charset="0"/>
              </a:rPr>
              <a:t>  </a:t>
            </a:r>
            <a:endParaRPr lang="fr-FR" sz="2100" dirty="0">
              <a:latin typeface="Times New Roman" panose="02020603050405020304" pitchFamily="18" charset="0"/>
              <a:ea typeface="Calibri" panose="020F0502020204030204" pitchFamily="34" charset="0"/>
            </a:endParaRPr>
          </a:p>
          <a:p>
            <a:pPr algn="just"/>
            <a:r>
              <a:rPr lang="fr-FR" sz="2400" b="1" dirty="0">
                <a:solidFill>
                  <a:schemeClr val="bg2">
                    <a:lumMod val="25000"/>
                  </a:schemeClr>
                </a:solidFill>
              </a:rPr>
              <a:t>CRISP-DM</a:t>
            </a:r>
            <a:r>
              <a:rPr lang="fr-FR" sz="2400" dirty="0">
                <a:solidFill>
                  <a:srgbClr val="47425D"/>
                </a:solidFill>
              </a:rPr>
              <a:t> est un modèle de processus à six phases qui décrit naturellement le </a:t>
            </a:r>
            <a:r>
              <a:rPr lang="fr-FR" sz="2400" b="1" dirty="0">
                <a:solidFill>
                  <a:schemeClr val="bg2">
                    <a:lumMod val="25000"/>
                  </a:schemeClr>
                </a:solidFill>
              </a:rPr>
              <a:t>cycle de vie de la science des données</a:t>
            </a:r>
            <a:r>
              <a:rPr lang="fr-FR" sz="2400" dirty="0">
                <a:solidFill>
                  <a:srgbClr val="47425D"/>
                </a:solidFill>
              </a:rPr>
              <a:t>. C'est comme un ensemble de garde-corps pour vous aider à planifier, organiser et mettre en œuvre votre projet de science des données (ou d'apprentissage automatique).</a:t>
            </a:r>
            <a:endParaRPr lang="fr-FR" sz="2800" b="1" dirty="0">
              <a:solidFill>
                <a:schemeClr val="accent5">
                  <a:lumMod val="75000"/>
                </a:schemeClr>
              </a:solidFill>
              <a:latin typeface="Times New Roman" pitchFamily="18" charset="0"/>
              <a:cs typeface="Times New Roman" pitchFamily="18" charset="0"/>
            </a:endParaRPr>
          </a:p>
        </p:txBody>
      </p:sp>
      <p:sp>
        <p:nvSpPr>
          <p:cNvPr id="17"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23931"/>
            <a:ext cx="10838137" cy="4215"/>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3" name="Picture 12">
            <a:extLst>
              <a:ext uri="{FF2B5EF4-FFF2-40B4-BE49-F238E27FC236}">
                <a16:creationId xmlns:a16="http://schemas.microsoft.com/office/drawing/2014/main" id="{F4DB101C-92FD-4C08-8EA8-942F04CCB111}"/>
              </a:ext>
            </a:extLst>
          </p:cNvPr>
          <p:cNvPicPr>
            <a:picLocks noChangeAspect="1"/>
          </p:cNvPicPr>
          <p:nvPr/>
        </p:nvPicPr>
        <p:blipFill>
          <a:blip r:embed="rId3"/>
          <a:stretch>
            <a:fillRect/>
          </a:stretch>
        </p:blipFill>
        <p:spPr>
          <a:xfrm>
            <a:off x="6609106" y="1060769"/>
            <a:ext cx="5546142" cy="4873882"/>
          </a:xfrm>
          <a:prstGeom prst="rect">
            <a:avLst/>
          </a:prstGeom>
        </p:spPr>
      </p:pic>
    </p:spTree>
    <p:extLst>
      <p:ext uri="{BB962C8B-B14F-4D97-AF65-F5344CB8AC3E}">
        <p14:creationId xmlns:p14="http://schemas.microsoft.com/office/powerpoint/2010/main" val="668473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Compréhension du métier</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10</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6" name="ZoneTexte 5"/>
          <p:cNvSpPr txBox="1"/>
          <p:nvPr/>
        </p:nvSpPr>
        <p:spPr>
          <a:xfrm>
            <a:off x="1732066" y="3259582"/>
            <a:ext cx="9703040" cy="415498"/>
          </a:xfrm>
          <a:prstGeom prst="rect">
            <a:avLst/>
          </a:prstGeom>
          <a:noFill/>
        </p:spPr>
        <p:txBody>
          <a:bodyPr wrap="square" rtlCol="0">
            <a:spAutoFit/>
          </a:bodyPr>
          <a:lstStyle/>
          <a:p>
            <a:r>
              <a:rPr lang="fr-FR" sz="2100" dirty="0">
                <a:latin typeface="Times New Roman" panose="02020603050405020304" pitchFamily="18" charset="0"/>
                <a:cs typeface="Times New Roman" panose="02020603050405020304" pitchFamily="18" charset="0"/>
              </a:rPr>
              <a:t> </a:t>
            </a:r>
            <a:endParaRPr lang="fr-FR" sz="2100" dirty="0"/>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 name="ZoneTexte 3">
            <a:extLst>
              <a:ext uri="{FF2B5EF4-FFF2-40B4-BE49-F238E27FC236}">
                <a16:creationId xmlns:a16="http://schemas.microsoft.com/office/drawing/2014/main" id="{3476A77B-215A-4FAE-8D2F-77BD64D58308}"/>
              </a:ext>
            </a:extLst>
          </p:cNvPr>
          <p:cNvSpPr txBox="1"/>
          <p:nvPr/>
        </p:nvSpPr>
        <p:spPr>
          <a:xfrm>
            <a:off x="2061469" y="969980"/>
            <a:ext cx="3405275" cy="541020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endParaRPr lang="fr-FR" dirty="0"/>
          </a:p>
        </p:txBody>
      </p:sp>
      <p:pic>
        <p:nvPicPr>
          <p:cNvPr id="92" name="Picture 3" descr="C:\Users\malek\Downloads\commercial_technico_commercial.jpg">
            <a:extLst>
              <a:ext uri="{FF2B5EF4-FFF2-40B4-BE49-F238E27FC236}">
                <a16:creationId xmlns:a16="http://schemas.microsoft.com/office/drawing/2014/main" id="{77BAF32C-9081-4124-834C-C2FC54E38C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9313" y="1339370"/>
            <a:ext cx="1183649" cy="789494"/>
          </a:xfrm>
          <a:prstGeom prst="rect">
            <a:avLst/>
          </a:prstGeom>
          <a:noFill/>
          <a:extLst>
            <a:ext uri="{909E8E84-426E-40DD-AFC4-6F175D3DCCD1}">
              <a14:hiddenFill xmlns:a14="http://schemas.microsoft.com/office/drawing/2010/main">
                <a:solidFill>
                  <a:srgbClr val="FFFFFF"/>
                </a:solidFill>
              </a14:hiddenFill>
            </a:ext>
          </a:extLst>
        </p:spPr>
      </p:pic>
      <p:cxnSp>
        <p:nvCxnSpPr>
          <p:cNvPr id="93" name="Straight Arrow Connector 92">
            <a:extLst>
              <a:ext uri="{FF2B5EF4-FFF2-40B4-BE49-F238E27FC236}">
                <a16:creationId xmlns:a16="http://schemas.microsoft.com/office/drawing/2014/main" id="{A9E09A93-B92F-4DE9-B534-D95817C40A31}"/>
              </a:ext>
            </a:extLst>
          </p:cNvPr>
          <p:cNvCxnSpPr>
            <a:stCxn id="92" idx="2"/>
          </p:cNvCxnSpPr>
          <p:nvPr/>
        </p:nvCxnSpPr>
        <p:spPr>
          <a:xfrm>
            <a:off x="3481138" y="2128864"/>
            <a:ext cx="0" cy="4042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8EC252D-9B92-4D24-9568-8C8545194B39}"/>
              </a:ext>
            </a:extLst>
          </p:cNvPr>
          <p:cNvSpPr txBox="1"/>
          <p:nvPr/>
        </p:nvSpPr>
        <p:spPr>
          <a:xfrm>
            <a:off x="2673522" y="2509698"/>
            <a:ext cx="1753237" cy="307777"/>
          </a:xfrm>
          <a:prstGeom prst="rect">
            <a:avLst/>
          </a:prstGeom>
          <a:noFill/>
        </p:spPr>
        <p:txBody>
          <a:bodyPr wrap="none" rtlCol="0">
            <a:spAutoFit/>
          </a:bodyPr>
          <a:lstStyle/>
          <a:p>
            <a:r>
              <a:rPr lang="fr-FR" sz="1400" b="1" dirty="0">
                <a:solidFill>
                  <a:schemeClr val="bg2">
                    <a:lumMod val="25000"/>
                  </a:schemeClr>
                </a:solidFill>
              </a:rPr>
              <a:t>Veille stratégique</a:t>
            </a:r>
            <a:endParaRPr lang="en-US" sz="1400" b="1" dirty="0">
              <a:solidFill>
                <a:schemeClr val="bg2">
                  <a:lumMod val="25000"/>
                </a:schemeClr>
              </a:solidFill>
            </a:endParaRPr>
          </a:p>
        </p:txBody>
      </p:sp>
      <p:sp>
        <p:nvSpPr>
          <p:cNvPr id="95" name="TextBox 94">
            <a:extLst>
              <a:ext uri="{FF2B5EF4-FFF2-40B4-BE49-F238E27FC236}">
                <a16:creationId xmlns:a16="http://schemas.microsoft.com/office/drawing/2014/main" id="{EC0C87AB-F03C-4CD3-AB2A-8A1FA92F0E26}"/>
              </a:ext>
            </a:extLst>
          </p:cNvPr>
          <p:cNvSpPr txBox="1"/>
          <p:nvPr/>
        </p:nvSpPr>
        <p:spPr>
          <a:xfrm>
            <a:off x="2461353" y="2966898"/>
            <a:ext cx="1017651" cy="523220"/>
          </a:xfrm>
          <a:prstGeom prst="rect">
            <a:avLst/>
          </a:prstGeom>
          <a:noFill/>
        </p:spPr>
        <p:txBody>
          <a:bodyPr wrap="none" rtlCol="0">
            <a:spAutoFit/>
          </a:bodyPr>
          <a:lstStyle/>
          <a:p>
            <a:pPr algn="ctr"/>
            <a:r>
              <a:rPr lang="fr-FR" sz="1400" dirty="0"/>
              <a:t>Sites </a:t>
            </a:r>
          </a:p>
          <a:p>
            <a:pPr algn="ctr"/>
            <a:r>
              <a:rPr lang="fr-FR" sz="1400" dirty="0"/>
              <a:t>d’actualités</a:t>
            </a:r>
            <a:endParaRPr lang="en-US" sz="1400" dirty="0"/>
          </a:p>
        </p:txBody>
      </p:sp>
      <p:sp>
        <p:nvSpPr>
          <p:cNvPr id="96" name="TextBox 95">
            <a:extLst>
              <a:ext uri="{FF2B5EF4-FFF2-40B4-BE49-F238E27FC236}">
                <a16:creationId xmlns:a16="http://schemas.microsoft.com/office/drawing/2014/main" id="{9CE53C7A-D226-4606-B23A-08812795E976}"/>
              </a:ext>
            </a:extLst>
          </p:cNvPr>
          <p:cNvSpPr txBox="1"/>
          <p:nvPr/>
        </p:nvSpPr>
        <p:spPr>
          <a:xfrm>
            <a:off x="3522108" y="2966898"/>
            <a:ext cx="1208793" cy="523220"/>
          </a:xfrm>
          <a:prstGeom prst="rect">
            <a:avLst/>
          </a:prstGeom>
          <a:noFill/>
        </p:spPr>
        <p:txBody>
          <a:bodyPr wrap="none" rtlCol="0">
            <a:spAutoFit/>
          </a:bodyPr>
          <a:lstStyle/>
          <a:p>
            <a:pPr algn="ctr"/>
            <a:r>
              <a:rPr lang="fr-FR" sz="1400" dirty="0"/>
              <a:t>Moteurs </a:t>
            </a:r>
          </a:p>
          <a:p>
            <a:pPr algn="ctr"/>
            <a:r>
              <a:rPr lang="fr-FR" sz="1400" dirty="0"/>
              <a:t>de recherches</a:t>
            </a:r>
            <a:endParaRPr lang="en-US" sz="1400" dirty="0"/>
          </a:p>
        </p:txBody>
      </p:sp>
      <p:cxnSp>
        <p:nvCxnSpPr>
          <p:cNvPr id="97" name="Straight Arrow Connector 96">
            <a:extLst>
              <a:ext uri="{FF2B5EF4-FFF2-40B4-BE49-F238E27FC236}">
                <a16:creationId xmlns:a16="http://schemas.microsoft.com/office/drawing/2014/main" id="{73CADE4E-76AA-4AE5-9D19-D4818A9BE48F}"/>
              </a:ext>
            </a:extLst>
          </p:cNvPr>
          <p:cNvCxnSpPr>
            <a:stCxn id="94" idx="2"/>
          </p:cNvCxnSpPr>
          <p:nvPr/>
        </p:nvCxnSpPr>
        <p:spPr>
          <a:xfrm flipH="1">
            <a:off x="3138939" y="2817475"/>
            <a:ext cx="411202" cy="1282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75BD4E6A-A710-4701-8687-5C861DDB436B}"/>
              </a:ext>
            </a:extLst>
          </p:cNvPr>
          <p:cNvCxnSpPr>
            <a:stCxn id="94" idx="2"/>
          </p:cNvCxnSpPr>
          <p:nvPr/>
        </p:nvCxnSpPr>
        <p:spPr>
          <a:xfrm>
            <a:off x="3550141" y="2817475"/>
            <a:ext cx="122197" cy="1282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3C8CE5A-8FE0-4F1B-BA6D-0C65B7DAC1B6}"/>
              </a:ext>
            </a:extLst>
          </p:cNvPr>
          <p:cNvCxnSpPr/>
          <p:nvPr/>
        </p:nvCxnSpPr>
        <p:spPr>
          <a:xfrm>
            <a:off x="3481138" y="3384296"/>
            <a:ext cx="0" cy="3515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B61F75CA-50BD-471A-A750-1EE2B51C3D60}"/>
              </a:ext>
            </a:extLst>
          </p:cNvPr>
          <p:cNvSpPr txBox="1"/>
          <p:nvPr/>
        </p:nvSpPr>
        <p:spPr>
          <a:xfrm>
            <a:off x="2248263" y="3786539"/>
            <a:ext cx="3241015" cy="523220"/>
          </a:xfrm>
          <a:prstGeom prst="rect">
            <a:avLst/>
          </a:prstGeom>
          <a:noFill/>
        </p:spPr>
        <p:txBody>
          <a:bodyPr wrap="none" rtlCol="0">
            <a:spAutoFit/>
          </a:bodyPr>
          <a:lstStyle/>
          <a:p>
            <a:pPr algn="ctr"/>
            <a:r>
              <a:rPr lang="fr-FR" sz="1400" dirty="0"/>
              <a:t>Manque de temps pour lire manuellement</a:t>
            </a:r>
          </a:p>
          <a:p>
            <a:pPr algn="ctr"/>
            <a:r>
              <a:rPr lang="fr-FR" sz="1400" dirty="0"/>
              <a:t>tous les articles, les  newsletters…</a:t>
            </a:r>
            <a:endParaRPr lang="en-US" sz="1400" dirty="0"/>
          </a:p>
        </p:txBody>
      </p:sp>
      <p:sp>
        <p:nvSpPr>
          <p:cNvPr id="101" name="Down Arrow 73">
            <a:extLst>
              <a:ext uri="{FF2B5EF4-FFF2-40B4-BE49-F238E27FC236}">
                <a16:creationId xmlns:a16="http://schemas.microsoft.com/office/drawing/2014/main" id="{6CEE8D64-A377-4230-8E6D-00F41A63BD3F}"/>
              </a:ext>
            </a:extLst>
          </p:cNvPr>
          <p:cNvSpPr/>
          <p:nvPr/>
        </p:nvSpPr>
        <p:spPr>
          <a:xfrm>
            <a:off x="2845217" y="4439629"/>
            <a:ext cx="423644" cy="8711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BDCA119C-020F-42AE-A531-82D82E5D5C74}"/>
              </a:ext>
            </a:extLst>
          </p:cNvPr>
          <p:cNvSpPr txBox="1"/>
          <p:nvPr/>
        </p:nvSpPr>
        <p:spPr>
          <a:xfrm>
            <a:off x="2519702" y="5481498"/>
            <a:ext cx="924036" cy="523220"/>
          </a:xfrm>
          <a:prstGeom prst="rect">
            <a:avLst/>
          </a:prstGeom>
          <a:noFill/>
        </p:spPr>
        <p:txBody>
          <a:bodyPr wrap="none" rtlCol="0">
            <a:spAutoFit/>
          </a:bodyPr>
          <a:lstStyle/>
          <a:p>
            <a:pPr algn="ctr"/>
            <a:r>
              <a:rPr lang="fr-FR" sz="1400" b="1" dirty="0">
                <a:solidFill>
                  <a:schemeClr val="accent5">
                    <a:lumMod val="50000"/>
                  </a:schemeClr>
                </a:solidFill>
              </a:rPr>
              <a:t>Résumés</a:t>
            </a:r>
          </a:p>
          <a:p>
            <a:pPr algn="ctr"/>
            <a:r>
              <a:rPr lang="fr-FR" sz="1400" b="1" dirty="0">
                <a:solidFill>
                  <a:schemeClr val="accent5">
                    <a:lumMod val="50000"/>
                  </a:schemeClr>
                </a:solidFill>
              </a:rPr>
              <a:t>des textes</a:t>
            </a:r>
            <a:endParaRPr lang="en-US" sz="1400" b="1" dirty="0">
              <a:solidFill>
                <a:schemeClr val="accent5">
                  <a:lumMod val="50000"/>
                </a:schemeClr>
              </a:solidFill>
            </a:endParaRPr>
          </a:p>
        </p:txBody>
      </p:sp>
      <p:sp>
        <p:nvSpPr>
          <p:cNvPr id="103" name="TextBox 102">
            <a:extLst>
              <a:ext uri="{FF2B5EF4-FFF2-40B4-BE49-F238E27FC236}">
                <a16:creationId xmlns:a16="http://schemas.microsoft.com/office/drawing/2014/main" id="{B8BB9F35-0924-493D-A68D-BBD8E2485F68}"/>
              </a:ext>
            </a:extLst>
          </p:cNvPr>
          <p:cNvSpPr txBox="1"/>
          <p:nvPr/>
        </p:nvSpPr>
        <p:spPr>
          <a:xfrm>
            <a:off x="3838516" y="5491678"/>
            <a:ext cx="1510222" cy="523220"/>
          </a:xfrm>
          <a:prstGeom prst="rect">
            <a:avLst/>
          </a:prstGeom>
          <a:noFill/>
        </p:spPr>
        <p:txBody>
          <a:bodyPr wrap="none" rtlCol="0">
            <a:spAutoFit/>
          </a:bodyPr>
          <a:lstStyle/>
          <a:p>
            <a:pPr algn="ctr"/>
            <a:r>
              <a:rPr lang="fr-FR" sz="1400" b="1" dirty="0">
                <a:solidFill>
                  <a:schemeClr val="accent5">
                    <a:lumMod val="50000"/>
                  </a:schemeClr>
                </a:solidFill>
              </a:rPr>
              <a:t>Thématiques</a:t>
            </a:r>
          </a:p>
          <a:p>
            <a:pPr algn="ctr"/>
            <a:r>
              <a:rPr lang="fr-FR" sz="1400" b="1" dirty="0">
                <a:solidFill>
                  <a:schemeClr val="accent5">
                    <a:lumMod val="50000"/>
                  </a:schemeClr>
                </a:solidFill>
              </a:rPr>
              <a:t>précises et ciblées</a:t>
            </a:r>
            <a:endParaRPr lang="en-US" sz="1400" b="1" dirty="0">
              <a:solidFill>
                <a:schemeClr val="accent5">
                  <a:lumMod val="50000"/>
                </a:schemeClr>
              </a:solidFill>
            </a:endParaRPr>
          </a:p>
        </p:txBody>
      </p:sp>
      <p:sp>
        <p:nvSpPr>
          <p:cNvPr id="104" name="Down Arrow 80">
            <a:extLst>
              <a:ext uri="{FF2B5EF4-FFF2-40B4-BE49-F238E27FC236}">
                <a16:creationId xmlns:a16="http://schemas.microsoft.com/office/drawing/2014/main" id="{B390FC51-A7CB-4104-AA05-A5090AAE3355}"/>
              </a:ext>
            </a:extLst>
          </p:cNvPr>
          <p:cNvSpPr/>
          <p:nvPr/>
        </p:nvSpPr>
        <p:spPr>
          <a:xfrm>
            <a:off x="4326567" y="4445717"/>
            <a:ext cx="423644" cy="8711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94D88E85-2ECD-48A0-9AEF-49BA528B3A61}"/>
              </a:ext>
            </a:extLst>
          </p:cNvPr>
          <p:cNvSpPr txBox="1"/>
          <p:nvPr/>
        </p:nvSpPr>
        <p:spPr>
          <a:xfrm>
            <a:off x="3199647" y="4651447"/>
            <a:ext cx="117613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Solution</a:t>
            </a:r>
            <a:endParaRPr lang="en-US" dirty="0"/>
          </a:p>
        </p:txBody>
      </p:sp>
      <p:sp>
        <p:nvSpPr>
          <p:cNvPr id="106" name="Flèche droite rayée 6">
            <a:extLst>
              <a:ext uri="{FF2B5EF4-FFF2-40B4-BE49-F238E27FC236}">
                <a16:creationId xmlns:a16="http://schemas.microsoft.com/office/drawing/2014/main" id="{625C953D-C647-4551-A4F3-EC4A152CB834}"/>
              </a:ext>
            </a:extLst>
          </p:cNvPr>
          <p:cNvSpPr/>
          <p:nvPr/>
        </p:nvSpPr>
        <p:spPr>
          <a:xfrm>
            <a:off x="5577338" y="2966899"/>
            <a:ext cx="762000" cy="626110"/>
          </a:xfrm>
          <a:prstGeom prst="strip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pic>
        <p:nvPicPr>
          <p:cNvPr id="5" name="Picture 4">
            <a:extLst>
              <a:ext uri="{FF2B5EF4-FFF2-40B4-BE49-F238E27FC236}">
                <a16:creationId xmlns:a16="http://schemas.microsoft.com/office/drawing/2014/main" id="{2D2CE526-33BC-40DF-9DAF-68707EDFDF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6747" y="1624243"/>
            <a:ext cx="5426731" cy="3929702"/>
          </a:xfrm>
          <a:prstGeom prst="rect">
            <a:avLst/>
          </a:prstGeom>
        </p:spPr>
      </p:pic>
    </p:spTree>
    <p:extLst>
      <p:ext uri="{BB962C8B-B14F-4D97-AF65-F5344CB8AC3E}">
        <p14:creationId xmlns:p14="http://schemas.microsoft.com/office/powerpoint/2010/main" val="22478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Collecte des articles</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11</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27" name="Picture 3" descr="D:\pfe master\recuperation shema.png">
            <a:extLst>
              <a:ext uri="{FF2B5EF4-FFF2-40B4-BE49-F238E27FC236}">
                <a16:creationId xmlns:a16="http://schemas.microsoft.com/office/drawing/2014/main" id="{B97E128D-E769-4C03-A321-DDB698799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2200" y="869487"/>
            <a:ext cx="5367528" cy="29718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2144AEB-AF90-44B1-909E-D50F0C0E527E}"/>
              </a:ext>
            </a:extLst>
          </p:cNvPr>
          <p:cNvPicPr>
            <a:picLocks noChangeAspect="1"/>
          </p:cNvPicPr>
          <p:nvPr/>
        </p:nvPicPr>
        <p:blipFill>
          <a:blip r:embed="rId4"/>
          <a:stretch>
            <a:fillRect/>
          </a:stretch>
        </p:blipFill>
        <p:spPr>
          <a:xfrm>
            <a:off x="3632200" y="2333582"/>
            <a:ext cx="6450127" cy="4365114"/>
          </a:xfrm>
          <a:prstGeom prst="rect">
            <a:avLst/>
          </a:prstGeom>
        </p:spPr>
      </p:pic>
    </p:spTree>
    <p:extLst>
      <p:ext uri="{BB962C8B-B14F-4D97-AF65-F5344CB8AC3E}">
        <p14:creationId xmlns:p14="http://schemas.microsoft.com/office/powerpoint/2010/main" val="376556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Compréhension des données</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12</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6" name="ZoneTexte 5"/>
          <p:cNvSpPr txBox="1"/>
          <p:nvPr/>
        </p:nvSpPr>
        <p:spPr>
          <a:xfrm>
            <a:off x="1732066" y="3259582"/>
            <a:ext cx="9703040" cy="415498"/>
          </a:xfrm>
          <a:prstGeom prst="rect">
            <a:avLst/>
          </a:prstGeom>
          <a:noFill/>
        </p:spPr>
        <p:txBody>
          <a:bodyPr wrap="square" rtlCol="0">
            <a:spAutoFit/>
          </a:bodyPr>
          <a:lstStyle/>
          <a:p>
            <a:r>
              <a:rPr lang="fr-FR" sz="2100" dirty="0">
                <a:latin typeface="Times New Roman" panose="02020603050405020304" pitchFamily="18" charset="0"/>
                <a:cs typeface="Times New Roman" panose="02020603050405020304" pitchFamily="18" charset="0"/>
              </a:rPr>
              <a:t> </a:t>
            </a:r>
            <a:endParaRPr lang="fr-FR" sz="2100" dirty="0"/>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27" name="Picture 26">
            <a:extLst>
              <a:ext uri="{FF2B5EF4-FFF2-40B4-BE49-F238E27FC236}">
                <a16:creationId xmlns:a16="http://schemas.microsoft.com/office/drawing/2014/main" id="{5684F0F6-6693-4CC0-8835-EBCB9DE84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8301" y="1175407"/>
            <a:ext cx="7827507" cy="4863244"/>
          </a:xfrm>
          <a:prstGeom prst="rect">
            <a:avLst/>
          </a:prstGeom>
        </p:spPr>
      </p:pic>
      <p:pic>
        <p:nvPicPr>
          <p:cNvPr id="28" name="Picture 3" descr="C:\Users\malek\Downloads\unnamed.png">
            <a:extLst>
              <a:ext uri="{FF2B5EF4-FFF2-40B4-BE49-F238E27FC236}">
                <a16:creationId xmlns:a16="http://schemas.microsoft.com/office/drawing/2014/main" id="{3F5F418C-3C2B-4CEA-8100-09A7141C2CE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63144" y="3492500"/>
            <a:ext cx="1433512" cy="143351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Users\malek\Downloads\mongodb-squarelogo-1564695792753.png">
            <a:extLst>
              <a:ext uri="{FF2B5EF4-FFF2-40B4-BE49-F238E27FC236}">
                <a16:creationId xmlns:a16="http://schemas.microsoft.com/office/drawing/2014/main" id="{C88CD9E4-C844-419B-B7BB-329C74C57EB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15544" y="2220169"/>
            <a:ext cx="665163" cy="665163"/>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214A75F2-EA6D-457D-B0A7-0FE4A7EEC231}"/>
              </a:ext>
            </a:extLst>
          </p:cNvPr>
          <p:cNvCxnSpPr>
            <a:stCxn id="31" idx="2"/>
          </p:cNvCxnSpPr>
          <p:nvPr/>
        </p:nvCxnSpPr>
        <p:spPr>
          <a:xfrm flipH="1">
            <a:off x="1748125" y="2885332"/>
            <a:ext cx="1" cy="6071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0D3A4ED-72B0-449D-9E0C-13728AD77C79}"/>
              </a:ext>
            </a:extLst>
          </p:cNvPr>
          <p:cNvSpPr txBox="1"/>
          <p:nvPr/>
        </p:nvSpPr>
        <p:spPr>
          <a:xfrm>
            <a:off x="1997106" y="2342734"/>
            <a:ext cx="771365" cy="523220"/>
          </a:xfrm>
          <a:prstGeom prst="rect">
            <a:avLst/>
          </a:prstGeom>
          <a:noFill/>
        </p:spPr>
        <p:txBody>
          <a:bodyPr wrap="none" rtlCol="0">
            <a:spAutoFit/>
          </a:bodyPr>
          <a:lstStyle/>
          <a:p>
            <a:r>
              <a:rPr lang="en-US" sz="1400" dirty="0"/>
              <a:t>Articles </a:t>
            </a:r>
          </a:p>
          <a:p>
            <a:r>
              <a:rPr lang="en-US" sz="1400" dirty="0"/>
              <a:t>brutes</a:t>
            </a:r>
          </a:p>
        </p:txBody>
      </p:sp>
      <p:cxnSp>
        <p:nvCxnSpPr>
          <p:cNvPr id="7" name="Straight Connector 6">
            <a:extLst>
              <a:ext uri="{FF2B5EF4-FFF2-40B4-BE49-F238E27FC236}">
                <a16:creationId xmlns:a16="http://schemas.microsoft.com/office/drawing/2014/main" id="{2A44234E-E8D5-49E5-8FA3-188F3A8E4BE1}"/>
              </a:ext>
            </a:extLst>
          </p:cNvPr>
          <p:cNvCxnSpPr>
            <a:cxnSpLocks/>
          </p:cNvCxnSpPr>
          <p:nvPr/>
        </p:nvCxnSpPr>
        <p:spPr>
          <a:xfrm flipH="1">
            <a:off x="3490536" y="2279234"/>
            <a:ext cx="1" cy="2920070"/>
          </a:xfrm>
          <a:prstGeom prst="line">
            <a:avLst/>
          </a:prstGeom>
          <a:ln w="38100">
            <a:solidFill>
              <a:schemeClr val="accent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2864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Compréhension des données</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13</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6" name="ZoneTexte 5"/>
          <p:cNvSpPr txBox="1"/>
          <p:nvPr/>
        </p:nvSpPr>
        <p:spPr>
          <a:xfrm>
            <a:off x="1732066" y="3259582"/>
            <a:ext cx="9703040" cy="415498"/>
          </a:xfrm>
          <a:prstGeom prst="rect">
            <a:avLst/>
          </a:prstGeom>
          <a:noFill/>
        </p:spPr>
        <p:txBody>
          <a:bodyPr wrap="square" rtlCol="0">
            <a:spAutoFit/>
          </a:bodyPr>
          <a:lstStyle/>
          <a:p>
            <a:r>
              <a:rPr lang="fr-FR" sz="2100" dirty="0">
                <a:latin typeface="Times New Roman" panose="02020603050405020304" pitchFamily="18" charset="0"/>
                <a:cs typeface="Times New Roman" panose="02020603050405020304" pitchFamily="18" charset="0"/>
              </a:rPr>
              <a:t> </a:t>
            </a:r>
            <a:endParaRPr lang="fr-FR" sz="2100" dirty="0"/>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cxnSp>
        <p:nvCxnSpPr>
          <p:cNvPr id="7" name="Straight Connector 6">
            <a:extLst>
              <a:ext uri="{FF2B5EF4-FFF2-40B4-BE49-F238E27FC236}">
                <a16:creationId xmlns:a16="http://schemas.microsoft.com/office/drawing/2014/main" id="{2A44234E-E8D5-49E5-8FA3-188F3A8E4BE1}"/>
              </a:ext>
            </a:extLst>
          </p:cNvPr>
          <p:cNvCxnSpPr>
            <a:cxnSpLocks/>
          </p:cNvCxnSpPr>
          <p:nvPr/>
        </p:nvCxnSpPr>
        <p:spPr>
          <a:xfrm flipH="1">
            <a:off x="4330190" y="2267640"/>
            <a:ext cx="1" cy="2920070"/>
          </a:xfrm>
          <a:prstGeom prst="line">
            <a:avLst/>
          </a:prstGeom>
          <a:ln w="38100">
            <a:solidFill>
              <a:schemeClr val="accent2">
                <a:lumMod val="75000"/>
              </a:schemeClr>
            </a:solidFill>
          </a:ln>
        </p:spPr>
        <p:style>
          <a:lnRef idx="1">
            <a:schemeClr val="dk1"/>
          </a:lnRef>
          <a:fillRef idx="0">
            <a:schemeClr val="dk1"/>
          </a:fillRef>
          <a:effectRef idx="0">
            <a:schemeClr val="dk1"/>
          </a:effectRef>
          <a:fontRef idx="minor">
            <a:schemeClr val="tx1"/>
          </a:fontRef>
        </p:style>
      </p:cxnSp>
      <p:pic>
        <p:nvPicPr>
          <p:cNvPr id="15" name="Picture 3" descr="C:\Users\malek\Downloads\unnamed.png">
            <a:extLst>
              <a:ext uri="{FF2B5EF4-FFF2-40B4-BE49-F238E27FC236}">
                <a16:creationId xmlns:a16="http://schemas.microsoft.com/office/drawing/2014/main" id="{6BFC256C-3A73-498B-8A85-1061CD4275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0925" y="3563022"/>
            <a:ext cx="1433512" cy="143351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Users\malek\Downloads\mongodb-squarelogo-1564695792753.png">
            <a:extLst>
              <a:ext uri="{FF2B5EF4-FFF2-40B4-BE49-F238E27FC236}">
                <a16:creationId xmlns:a16="http://schemas.microsoft.com/office/drawing/2014/main" id="{47C13973-3F56-46B2-A619-EEBA9067049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43324" y="2129509"/>
            <a:ext cx="665163" cy="66516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76509D6D-FDED-418B-B6B0-E23D40D2F0B1}"/>
              </a:ext>
            </a:extLst>
          </p:cNvPr>
          <p:cNvCxnSpPr>
            <a:stCxn id="16" idx="2"/>
          </p:cNvCxnSpPr>
          <p:nvPr/>
        </p:nvCxnSpPr>
        <p:spPr>
          <a:xfrm flipH="1">
            <a:off x="1975905" y="2794672"/>
            <a:ext cx="1" cy="768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6D3B88-D53F-4E42-A618-F33A941B404F}"/>
              </a:ext>
            </a:extLst>
          </p:cNvPr>
          <p:cNvSpPr txBox="1"/>
          <p:nvPr/>
        </p:nvSpPr>
        <p:spPr>
          <a:xfrm>
            <a:off x="2173268" y="2129509"/>
            <a:ext cx="771365" cy="523220"/>
          </a:xfrm>
          <a:prstGeom prst="rect">
            <a:avLst/>
          </a:prstGeom>
          <a:noFill/>
        </p:spPr>
        <p:txBody>
          <a:bodyPr wrap="none" rtlCol="0">
            <a:spAutoFit/>
          </a:bodyPr>
          <a:lstStyle/>
          <a:p>
            <a:r>
              <a:rPr lang="en-US" sz="1400" dirty="0"/>
              <a:t>Articles </a:t>
            </a:r>
          </a:p>
          <a:p>
            <a:r>
              <a:rPr lang="en-US" sz="1400" dirty="0"/>
              <a:t>brutes</a:t>
            </a:r>
          </a:p>
        </p:txBody>
      </p:sp>
      <p:pic>
        <p:nvPicPr>
          <p:cNvPr id="19" name="Picture 2" descr="C:\Users\malek\Downloads\mongodb-squarelogo-1564695792753.png">
            <a:extLst>
              <a:ext uri="{FF2B5EF4-FFF2-40B4-BE49-F238E27FC236}">
                <a16:creationId xmlns:a16="http://schemas.microsoft.com/office/drawing/2014/main" id="{2684F13E-6F08-4F0D-B961-8219E99B66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454548">
            <a:off x="2612051" y="2413984"/>
            <a:ext cx="665163" cy="665163"/>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42DCD246-414C-40D8-A49C-B7FC666228D8}"/>
              </a:ext>
            </a:extLst>
          </p:cNvPr>
          <p:cNvCxnSpPr/>
          <p:nvPr/>
        </p:nvCxnSpPr>
        <p:spPr>
          <a:xfrm rot="1454548" flipH="1">
            <a:off x="2500375" y="3002256"/>
            <a:ext cx="196024" cy="7976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BADFF5F-8700-4323-A7F0-F0A4810A6609}"/>
              </a:ext>
            </a:extLst>
          </p:cNvPr>
          <p:cNvSpPr txBox="1"/>
          <p:nvPr/>
        </p:nvSpPr>
        <p:spPr>
          <a:xfrm>
            <a:off x="3243525" y="2271452"/>
            <a:ext cx="940066" cy="523220"/>
          </a:xfrm>
          <a:prstGeom prst="rect">
            <a:avLst/>
          </a:prstGeom>
          <a:noFill/>
        </p:spPr>
        <p:txBody>
          <a:bodyPr wrap="none" rtlCol="0">
            <a:spAutoFit/>
          </a:bodyPr>
          <a:lstStyle/>
          <a:p>
            <a:r>
              <a:rPr lang="en-US" sz="1400" dirty="0"/>
              <a:t>Résumés</a:t>
            </a:r>
          </a:p>
          <a:p>
            <a:r>
              <a:rPr lang="en-US" sz="1400" dirty="0"/>
              <a:t>Des textes</a:t>
            </a:r>
          </a:p>
        </p:txBody>
      </p:sp>
      <p:pic>
        <p:nvPicPr>
          <p:cNvPr id="22" name="Picture 2" descr="C:\Users\malek\Downloads\mongodb-squarelogo-1564695792753.png">
            <a:extLst>
              <a:ext uri="{FF2B5EF4-FFF2-40B4-BE49-F238E27FC236}">
                <a16:creationId xmlns:a16="http://schemas.microsoft.com/office/drawing/2014/main" id="{638EAB9A-0BAF-463D-8F41-EE0E18A043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169254">
            <a:off x="651054" y="2415149"/>
            <a:ext cx="665163" cy="665163"/>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836F4227-AB9D-4659-ABC5-03F66A58532C}"/>
              </a:ext>
            </a:extLst>
          </p:cNvPr>
          <p:cNvCxnSpPr/>
          <p:nvPr/>
        </p:nvCxnSpPr>
        <p:spPr>
          <a:xfrm>
            <a:off x="1110400" y="2983833"/>
            <a:ext cx="532924" cy="8211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62164B-D1B6-4F2D-B346-8B984C4B7147}"/>
              </a:ext>
            </a:extLst>
          </p:cNvPr>
          <p:cNvSpPr txBox="1"/>
          <p:nvPr/>
        </p:nvSpPr>
        <p:spPr>
          <a:xfrm>
            <a:off x="906829" y="1893512"/>
            <a:ext cx="1136786" cy="307777"/>
          </a:xfrm>
          <a:prstGeom prst="rect">
            <a:avLst/>
          </a:prstGeom>
          <a:noFill/>
        </p:spPr>
        <p:txBody>
          <a:bodyPr wrap="none" rtlCol="0">
            <a:spAutoFit/>
          </a:bodyPr>
          <a:lstStyle/>
          <a:p>
            <a:r>
              <a:rPr lang="en-US" sz="1400" dirty="0"/>
              <a:t>Thématiques</a:t>
            </a:r>
          </a:p>
        </p:txBody>
      </p:sp>
      <p:pic>
        <p:nvPicPr>
          <p:cNvPr id="25" name="Picture 24">
            <a:extLst>
              <a:ext uri="{FF2B5EF4-FFF2-40B4-BE49-F238E27FC236}">
                <a16:creationId xmlns:a16="http://schemas.microsoft.com/office/drawing/2014/main" id="{86424080-D9C9-435F-A49A-4D6E5E57F7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1222" y="1186856"/>
            <a:ext cx="7183955" cy="4463404"/>
          </a:xfrm>
          <a:prstGeom prst="rect">
            <a:avLst/>
          </a:prstGeom>
        </p:spPr>
      </p:pic>
    </p:spTree>
    <p:extLst>
      <p:ext uri="{BB962C8B-B14F-4D97-AF65-F5344CB8AC3E}">
        <p14:creationId xmlns:p14="http://schemas.microsoft.com/office/powerpoint/2010/main" val="334354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Préparation des données</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14</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27" name="Picture 2" descr="D:\pfe master\nettoyage shema.png">
            <a:extLst>
              <a:ext uri="{FF2B5EF4-FFF2-40B4-BE49-F238E27FC236}">
                <a16:creationId xmlns:a16="http://schemas.microsoft.com/office/drawing/2014/main" id="{FF92B73D-D131-444D-8FCE-C55F2258F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607" y="1427439"/>
            <a:ext cx="6676615" cy="4186616"/>
          </a:xfrm>
          <a:prstGeom prst="rect">
            <a:avLst/>
          </a:prstGeom>
          <a:noFill/>
          <a:extLst>
            <a:ext uri="{909E8E84-426E-40DD-AFC4-6F175D3DCCD1}">
              <a14:hiddenFill xmlns:a14="http://schemas.microsoft.com/office/drawing/2010/main">
                <a:solidFill>
                  <a:srgbClr val="FFFFFF"/>
                </a:solidFill>
              </a14:hiddenFill>
            </a:ext>
          </a:extLst>
        </p:spPr>
      </p:pic>
      <p:sp>
        <p:nvSpPr>
          <p:cNvPr id="30" name="Content Placeholder 2">
            <a:extLst>
              <a:ext uri="{FF2B5EF4-FFF2-40B4-BE49-F238E27FC236}">
                <a16:creationId xmlns:a16="http://schemas.microsoft.com/office/drawing/2014/main" id="{CE84EDCC-BF53-4297-92BA-DE9247CC39BA}"/>
              </a:ext>
            </a:extLst>
          </p:cNvPr>
          <p:cNvSpPr>
            <a:spLocks noGrp="1"/>
          </p:cNvSpPr>
          <p:nvPr>
            <p:ph idx="1"/>
          </p:nvPr>
        </p:nvSpPr>
        <p:spPr>
          <a:xfrm>
            <a:off x="164306" y="1789820"/>
            <a:ext cx="5830094" cy="4182272"/>
          </a:xfrm>
        </p:spPr>
        <p:txBody>
          <a:bodyPr>
            <a:normAutofit/>
          </a:bodyPr>
          <a:lstStyle/>
          <a:p>
            <a:pPr>
              <a:buFont typeface="Wingdings" panose="05000000000000000000" pitchFamily="2" charset="2"/>
              <a:buChar char="q"/>
            </a:pPr>
            <a:r>
              <a:rPr lang="fr-FR" sz="2400" dirty="0"/>
              <a:t> Supprimer les données inutiles</a:t>
            </a:r>
          </a:p>
          <a:p>
            <a:pPr>
              <a:buFont typeface="Wingdings" panose="05000000000000000000" pitchFamily="2" charset="2"/>
              <a:buChar char="q"/>
            </a:pPr>
            <a:r>
              <a:rPr lang="fr-FR" sz="2400" dirty="0"/>
              <a:t> Supprimer les données &lt; 4</a:t>
            </a:r>
          </a:p>
          <a:p>
            <a:pPr>
              <a:buFont typeface="Wingdings" panose="05000000000000000000" pitchFamily="2" charset="2"/>
              <a:buChar char="q"/>
            </a:pPr>
            <a:r>
              <a:rPr lang="fr-FR" sz="2400" dirty="0"/>
              <a:t> </a:t>
            </a:r>
            <a:r>
              <a:rPr lang="fr-FR" sz="2400" dirty="0" err="1"/>
              <a:t>Stemming</a:t>
            </a:r>
            <a:endParaRPr lang="fr-FR" sz="2400" dirty="0"/>
          </a:p>
          <a:p>
            <a:pPr marL="342900" indent="-342900">
              <a:buFont typeface="Arial" panose="020B0604020202020204" pitchFamily="34" charset="0"/>
              <a:buChar char="•"/>
            </a:pPr>
            <a:r>
              <a:rPr lang="en-US" sz="2400" dirty="0"/>
              <a:t>Main                                     </a:t>
            </a:r>
            <a:r>
              <a:rPr lang="en-US" sz="2400" dirty="0" err="1"/>
              <a:t>Main</a:t>
            </a:r>
            <a:endParaRPr lang="en-US" sz="2400" dirty="0"/>
          </a:p>
          <a:p>
            <a:pPr marL="342900" indent="-342900">
              <a:buFont typeface="Arial" panose="020B0604020202020204" pitchFamily="34" charset="0"/>
              <a:buChar char="•"/>
            </a:pPr>
            <a:r>
              <a:rPr lang="en-US" sz="2400" dirty="0"/>
              <a:t>Mains                                   Main</a:t>
            </a:r>
          </a:p>
          <a:p>
            <a:pPr marL="342900" indent="-342900">
              <a:buFont typeface="Arial" panose="020B0604020202020204" pitchFamily="34" charset="0"/>
              <a:buChar char="•"/>
            </a:pPr>
            <a:r>
              <a:rPr lang="en-US" sz="2400" dirty="0" err="1"/>
              <a:t>Maintenaient</a:t>
            </a:r>
            <a:r>
              <a:rPr lang="en-US" sz="2400" dirty="0"/>
              <a:t>                      </a:t>
            </a:r>
            <a:r>
              <a:rPr lang="en-US" sz="2400" dirty="0" err="1"/>
              <a:t>Mainten</a:t>
            </a:r>
            <a:endParaRPr lang="en-US" sz="2400" dirty="0"/>
          </a:p>
          <a:p>
            <a:pPr marL="342900" indent="-342900">
              <a:buFont typeface="Arial" panose="020B0604020202020204" pitchFamily="34" charset="0"/>
              <a:buChar char="•"/>
            </a:pPr>
            <a:r>
              <a:rPr lang="en-US" sz="2400" dirty="0" err="1"/>
              <a:t>Maintenait</a:t>
            </a:r>
            <a:r>
              <a:rPr lang="en-US" sz="2400" dirty="0"/>
              <a:t>                           </a:t>
            </a:r>
            <a:r>
              <a:rPr lang="en-US" sz="2400" dirty="0" err="1"/>
              <a:t>Mainten</a:t>
            </a:r>
            <a:endParaRPr lang="en-US" dirty="0"/>
          </a:p>
        </p:txBody>
      </p:sp>
      <p:cxnSp>
        <p:nvCxnSpPr>
          <p:cNvPr id="31" name="Straight Arrow Connector 30">
            <a:extLst>
              <a:ext uri="{FF2B5EF4-FFF2-40B4-BE49-F238E27FC236}">
                <a16:creationId xmlns:a16="http://schemas.microsoft.com/office/drawing/2014/main" id="{955C3E08-D5A8-4AB2-B296-99F474BE59D5}"/>
              </a:ext>
            </a:extLst>
          </p:cNvPr>
          <p:cNvCxnSpPr>
            <a:cxnSpLocks/>
          </p:cNvCxnSpPr>
          <p:nvPr/>
        </p:nvCxnSpPr>
        <p:spPr>
          <a:xfrm>
            <a:off x="2864388" y="4800226"/>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C2307D0-AF3F-4ECA-8B43-F69D34B1395C}"/>
              </a:ext>
            </a:extLst>
          </p:cNvPr>
          <p:cNvCxnSpPr>
            <a:cxnSpLocks/>
          </p:cNvCxnSpPr>
          <p:nvPr/>
        </p:nvCxnSpPr>
        <p:spPr>
          <a:xfrm>
            <a:off x="2864388" y="3746126"/>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C1EDDAB-CE1A-4504-954C-20D48DED1DAA}"/>
              </a:ext>
            </a:extLst>
          </p:cNvPr>
          <p:cNvCxnSpPr>
            <a:cxnSpLocks/>
          </p:cNvCxnSpPr>
          <p:nvPr/>
        </p:nvCxnSpPr>
        <p:spPr>
          <a:xfrm>
            <a:off x="2864388" y="4266826"/>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523876C-D729-486D-BE92-A46F93C1149C}"/>
              </a:ext>
            </a:extLst>
          </p:cNvPr>
          <p:cNvCxnSpPr>
            <a:cxnSpLocks/>
          </p:cNvCxnSpPr>
          <p:nvPr/>
        </p:nvCxnSpPr>
        <p:spPr>
          <a:xfrm>
            <a:off x="2864388" y="5333252"/>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82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Modélisation</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15</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27" name="Picture 2" descr="D:\pfe master\modelisation.png">
            <a:extLst>
              <a:ext uri="{FF2B5EF4-FFF2-40B4-BE49-F238E27FC236}">
                <a16:creationId xmlns:a16="http://schemas.microsoft.com/office/drawing/2014/main" id="{AF1A3720-94F2-4196-888E-A8F0BAF38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579" y="1279871"/>
            <a:ext cx="8106842" cy="476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829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28">
            <a:extLst>
              <a:ext uri="{FF2B5EF4-FFF2-40B4-BE49-F238E27FC236}">
                <a16:creationId xmlns:a16="http://schemas.microsoft.com/office/drawing/2014/main" id="{EE1ECAD6-91F8-491D-9DA4-AC6CC0EF1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7" y="2967476"/>
            <a:ext cx="3444723" cy="1976637"/>
          </a:xfrm>
          <a:prstGeom prst="rect">
            <a:avLst/>
          </a:prstGeom>
        </p:spPr>
      </p:pic>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Modélisation</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16</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27" name="Table 4">
            <a:extLst>
              <a:ext uri="{FF2B5EF4-FFF2-40B4-BE49-F238E27FC236}">
                <a16:creationId xmlns:a16="http://schemas.microsoft.com/office/drawing/2014/main" id="{0D1C34D9-E05A-49EF-A8CA-18F1F4B3FC83}"/>
              </a:ext>
            </a:extLst>
          </p:cNvPr>
          <p:cNvGraphicFramePr>
            <a:graphicFrameLocks noGrp="1"/>
          </p:cNvGraphicFramePr>
          <p:nvPr>
            <p:ph idx="1"/>
            <p:extLst>
              <p:ext uri="{D42A27DB-BD31-4B8C-83A1-F6EECF244321}">
                <p14:modId xmlns:p14="http://schemas.microsoft.com/office/powerpoint/2010/main" val="3806015178"/>
              </p:ext>
            </p:extLst>
          </p:nvPr>
        </p:nvGraphicFramePr>
        <p:xfrm>
          <a:off x="3618311" y="1336267"/>
          <a:ext cx="7702150" cy="2067497"/>
        </p:xfrm>
        <a:graphic>
          <a:graphicData uri="http://schemas.openxmlformats.org/drawingml/2006/table">
            <a:tbl>
              <a:tblPr firstRow="1" bandRow="1">
                <a:tableStyleId>{5C22544A-7EE6-4342-B048-85BDC9FD1C3A}</a:tableStyleId>
              </a:tblPr>
              <a:tblGrid>
                <a:gridCol w="2470695">
                  <a:extLst>
                    <a:ext uri="{9D8B030D-6E8A-4147-A177-3AD203B41FA5}">
                      <a16:colId xmlns:a16="http://schemas.microsoft.com/office/drawing/2014/main" val="4027718820"/>
                    </a:ext>
                  </a:extLst>
                </a:gridCol>
                <a:gridCol w="2616466">
                  <a:extLst>
                    <a:ext uri="{9D8B030D-6E8A-4147-A177-3AD203B41FA5}">
                      <a16:colId xmlns:a16="http://schemas.microsoft.com/office/drawing/2014/main" val="4053674618"/>
                    </a:ext>
                  </a:extLst>
                </a:gridCol>
                <a:gridCol w="2614989">
                  <a:extLst>
                    <a:ext uri="{9D8B030D-6E8A-4147-A177-3AD203B41FA5}">
                      <a16:colId xmlns:a16="http://schemas.microsoft.com/office/drawing/2014/main" val="2957272016"/>
                    </a:ext>
                  </a:extLst>
                </a:gridCol>
              </a:tblGrid>
              <a:tr h="154306">
                <a:tc>
                  <a:txBody>
                    <a:bodyPr/>
                    <a:lstStyle/>
                    <a:p>
                      <a:r>
                        <a:rPr lang="fr-FR" dirty="0"/>
                        <a:t>Modèle </a:t>
                      </a:r>
                    </a:p>
                  </a:txBody>
                  <a:tcPr marL="96792" marR="96792" anchor="ctr"/>
                </a:tc>
                <a:tc>
                  <a:txBody>
                    <a:bodyPr/>
                    <a:lstStyle/>
                    <a:p>
                      <a:r>
                        <a:rPr lang="fr-FR" dirty="0" err="1"/>
                        <a:t>Accuracy</a:t>
                      </a:r>
                      <a:r>
                        <a:rPr lang="fr-FR" dirty="0"/>
                        <a:t> </a:t>
                      </a:r>
                      <a:endParaRPr lang="en-US" dirty="0"/>
                    </a:p>
                  </a:txBody>
                  <a:tcPr marL="96792" marR="96792" anchor="ctr"/>
                </a:tc>
                <a:tc>
                  <a:txBody>
                    <a:bodyPr/>
                    <a:lstStyle/>
                    <a:p>
                      <a:r>
                        <a:rPr lang="en-US" dirty="0" err="1"/>
                        <a:t>recall_macro</a:t>
                      </a:r>
                      <a:endParaRPr lang="en-US" dirty="0"/>
                    </a:p>
                  </a:txBody>
                  <a:tcPr marL="96792" marR="96792" anchor="ctr"/>
                </a:tc>
                <a:extLst>
                  <a:ext uri="{0D108BD9-81ED-4DB2-BD59-A6C34878D82A}">
                    <a16:rowId xmlns:a16="http://schemas.microsoft.com/office/drawing/2014/main" val="527286461"/>
                  </a:ext>
                </a:extLst>
              </a:tr>
              <a:tr h="370840">
                <a:tc>
                  <a:txBody>
                    <a:bodyPr/>
                    <a:lstStyle/>
                    <a:p>
                      <a:r>
                        <a:rPr lang="en-US" sz="1800" kern="1200" dirty="0" err="1">
                          <a:effectLst/>
                        </a:rPr>
                        <a:t>LinearSVM</a:t>
                      </a:r>
                      <a:r>
                        <a:rPr lang="en-US" sz="1800" kern="1200" dirty="0">
                          <a:effectLst/>
                        </a:rPr>
                        <a:t> </a:t>
                      </a:r>
                      <a:endParaRPr lang="en-US" dirty="0"/>
                    </a:p>
                  </a:txBody>
                  <a:tcPr marL="96792" marR="96792" anchor="ctr"/>
                </a:tc>
                <a:tc>
                  <a:txBody>
                    <a:bodyPr/>
                    <a:lstStyle/>
                    <a:p>
                      <a:r>
                        <a:rPr lang="en-US" sz="1800" kern="1200" dirty="0">
                          <a:effectLst/>
                        </a:rPr>
                        <a:t>0.6601413333333333</a:t>
                      </a:r>
                      <a:endParaRPr lang="en-US" dirty="0"/>
                    </a:p>
                  </a:txBody>
                  <a:tcPr marL="96792" marR="96792" anchor="ctr"/>
                </a:tc>
                <a:tc>
                  <a:txBody>
                    <a:bodyPr/>
                    <a:lstStyle/>
                    <a:p>
                      <a:r>
                        <a:rPr lang="en-US" sz="1800" kern="1200" dirty="0">
                          <a:effectLst/>
                        </a:rPr>
                        <a:t>0.0091406666666667</a:t>
                      </a:r>
                      <a:endParaRPr lang="en-US" dirty="0"/>
                    </a:p>
                  </a:txBody>
                  <a:tcPr marL="96792" marR="96792" anchor="ctr"/>
                </a:tc>
                <a:extLst>
                  <a:ext uri="{0D108BD9-81ED-4DB2-BD59-A6C34878D82A}">
                    <a16:rowId xmlns:a16="http://schemas.microsoft.com/office/drawing/2014/main" val="225762258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200" dirty="0">
                          <a:effectLst/>
                        </a:rPr>
                        <a:t>La régression Logistique</a:t>
                      </a:r>
                      <a:endParaRPr lang="en-US" dirty="0"/>
                    </a:p>
                  </a:txBody>
                  <a:tcPr marL="96792" marR="96792" anchor="ctr"/>
                </a:tc>
                <a:tc>
                  <a:txBody>
                    <a:bodyPr/>
                    <a:lstStyle/>
                    <a:p>
                      <a:r>
                        <a:rPr lang="en-US" sz="1800" kern="1200" dirty="0">
                          <a:effectLst/>
                        </a:rPr>
                        <a:t>0.6686008333333333</a:t>
                      </a:r>
                      <a:endParaRPr lang="en-US" dirty="0"/>
                    </a:p>
                  </a:txBody>
                  <a:tcPr marL="96792" marR="96792" anchor="ctr"/>
                </a:tc>
                <a:tc>
                  <a:txBody>
                    <a:bodyPr/>
                    <a:lstStyle/>
                    <a:p>
                      <a:r>
                        <a:rPr lang="en-US" sz="1800" kern="1200" dirty="0">
                          <a:effectLst/>
                        </a:rPr>
                        <a:t>0.010128</a:t>
                      </a:r>
                      <a:endParaRPr lang="en-US" dirty="0"/>
                    </a:p>
                  </a:txBody>
                  <a:tcPr marL="96792" marR="96792" anchor="ctr"/>
                </a:tc>
                <a:extLst>
                  <a:ext uri="{0D108BD9-81ED-4DB2-BD59-A6C34878D82A}">
                    <a16:rowId xmlns:a16="http://schemas.microsoft.com/office/drawing/2014/main" val="3655364230"/>
                  </a:ext>
                </a:extLst>
              </a:tr>
              <a:tr h="370840">
                <a:tc>
                  <a:txBody>
                    <a:bodyPr/>
                    <a:lstStyle/>
                    <a:p>
                      <a:r>
                        <a:rPr lang="en-US" sz="1800" kern="1200" dirty="0">
                          <a:effectLst/>
                        </a:rPr>
                        <a:t>Multinomial Naive </a:t>
                      </a:r>
                      <a:r>
                        <a:rPr lang="en-US" sz="1800" kern="1200" dirty="0" err="1">
                          <a:effectLst/>
                        </a:rPr>
                        <a:t>Bayse</a:t>
                      </a:r>
                      <a:endParaRPr lang="en-US" dirty="0"/>
                    </a:p>
                  </a:txBody>
                  <a:tcPr marL="96792" marR="96792" anchor="ctr"/>
                </a:tc>
                <a:tc>
                  <a:txBody>
                    <a:bodyPr/>
                    <a:lstStyle/>
                    <a:p>
                      <a:r>
                        <a:rPr lang="en-US" sz="1800" kern="1200" dirty="0">
                          <a:effectLst/>
                        </a:rPr>
                        <a:t>0.5056761666666667</a:t>
                      </a:r>
                      <a:endParaRPr lang="en-US" dirty="0"/>
                    </a:p>
                  </a:txBody>
                  <a:tcPr marL="96792" marR="96792" anchor="ctr"/>
                </a:tc>
                <a:tc>
                  <a:txBody>
                    <a:bodyPr/>
                    <a:lstStyle/>
                    <a:p>
                      <a:r>
                        <a:rPr lang="en-US" sz="1800" kern="1200" dirty="0">
                          <a:effectLst/>
                        </a:rPr>
                        <a:t>0.061009</a:t>
                      </a:r>
                      <a:endParaRPr lang="en-US" dirty="0"/>
                    </a:p>
                  </a:txBody>
                  <a:tcPr marL="96792" marR="96792" anchor="ctr"/>
                </a:tc>
                <a:extLst>
                  <a:ext uri="{0D108BD9-81ED-4DB2-BD59-A6C34878D82A}">
                    <a16:rowId xmlns:a16="http://schemas.microsoft.com/office/drawing/2014/main" val="870361672"/>
                  </a:ext>
                </a:extLst>
              </a:tr>
            </a:tbl>
          </a:graphicData>
        </a:graphic>
      </p:graphicFrame>
      <p:sp>
        <p:nvSpPr>
          <p:cNvPr id="28" name="TextBox 27">
            <a:extLst>
              <a:ext uri="{FF2B5EF4-FFF2-40B4-BE49-F238E27FC236}">
                <a16:creationId xmlns:a16="http://schemas.microsoft.com/office/drawing/2014/main" id="{9D27D8A9-080D-4735-B660-ADC61F46ECB6}"/>
              </a:ext>
            </a:extLst>
          </p:cNvPr>
          <p:cNvSpPr txBox="1"/>
          <p:nvPr/>
        </p:nvSpPr>
        <p:spPr>
          <a:xfrm>
            <a:off x="3588148" y="933540"/>
            <a:ext cx="7054451" cy="369332"/>
          </a:xfrm>
          <a:prstGeom prst="rect">
            <a:avLst/>
          </a:prstGeom>
          <a:noFill/>
        </p:spPr>
        <p:txBody>
          <a:bodyPr wrap="square" rtlCol="0">
            <a:spAutoFit/>
          </a:bodyPr>
          <a:lstStyle/>
          <a:p>
            <a:r>
              <a:rPr lang="fr-FR" b="1" dirty="0">
                <a:solidFill>
                  <a:schemeClr val="bg2">
                    <a:lumMod val="25000"/>
                  </a:schemeClr>
                </a:solidFill>
              </a:rPr>
              <a:t>Moyenne des « </a:t>
            </a:r>
            <a:r>
              <a:rPr lang="fr-FR" b="1" dirty="0" err="1">
                <a:solidFill>
                  <a:schemeClr val="bg2">
                    <a:lumMod val="25000"/>
                  </a:schemeClr>
                </a:solidFill>
              </a:rPr>
              <a:t>Random</a:t>
            </a:r>
            <a:r>
              <a:rPr lang="fr-FR" b="1" dirty="0">
                <a:solidFill>
                  <a:schemeClr val="bg2">
                    <a:lumMod val="25000"/>
                  </a:schemeClr>
                </a:solidFill>
              </a:rPr>
              <a:t> state » ‘50’, ‘’42,’0’,’1’,’5’ et ‘15’</a:t>
            </a:r>
            <a:endParaRPr lang="en-US" b="1" dirty="0">
              <a:solidFill>
                <a:schemeClr val="bg2">
                  <a:lumMod val="25000"/>
                </a:schemeClr>
              </a:solidFill>
            </a:endParaRPr>
          </a:p>
        </p:txBody>
      </p:sp>
      <p:sp>
        <p:nvSpPr>
          <p:cNvPr id="30" name="TextBox 29">
            <a:extLst>
              <a:ext uri="{FF2B5EF4-FFF2-40B4-BE49-F238E27FC236}">
                <a16:creationId xmlns:a16="http://schemas.microsoft.com/office/drawing/2014/main" id="{24384FF3-791A-4166-817A-39756C3A31AA}"/>
              </a:ext>
            </a:extLst>
          </p:cNvPr>
          <p:cNvSpPr txBox="1"/>
          <p:nvPr/>
        </p:nvSpPr>
        <p:spPr>
          <a:xfrm>
            <a:off x="3618310" y="3646261"/>
            <a:ext cx="5633242" cy="369332"/>
          </a:xfrm>
          <a:prstGeom prst="rect">
            <a:avLst/>
          </a:prstGeom>
          <a:noFill/>
        </p:spPr>
        <p:txBody>
          <a:bodyPr wrap="square" rtlCol="0">
            <a:spAutoFit/>
          </a:bodyPr>
          <a:lstStyle/>
          <a:p>
            <a:r>
              <a:rPr lang="fr-FR" b="1" dirty="0">
                <a:solidFill>
                  <a:schemeClr val="bg2">
                    <a:lumMod val="25000"/>
                  </a:schemeClr>
                </a:solidFill>
              </a:rPr>
              <a:t>La meilleur valeur de « </a:t>
            </a:r>
            <a:r>
              <a:rPr lang="fr-FR" b="1" dirty="0" err="1">
                <a:solidFill>
                  <a:schemeClr val="bg2">
                    <a:lumMod val="25000"/>
                  </a:schemeClr>
                </a:solidFill>
              </a:rPr>
              <a:t>Random</a:t>
            </a:r>
            <a:r>
              <a:rPr lang="fr-FR" b="1" dirty="0">
                <a:solidFill>
                  <a:schemeClr val="bg2">
                    <a:lumMod val="25000"/>
                  </a:schemeClr>
                </a:solidFill>
              </a:rPr>
              <a:t> state » est ‘50’</a:t>
            </a:r>
            <a:endParaRPr lang="en-US" b="1" dirty="0">
              <a:solidFill>
                <a:schemeClr val="bg2">
                  <a:lumMod val="25000"/>
                </a:schemeClr>
              </a:solidFill>
            </a:endParaRPr>
          </a:p>
        </p:txBody>
      </p:sp>
      <p:graphicFrame>
        <p:nvGraphicFramePr>
          <p:cNvPr id="31" name="Table 4">
            <a:extLst>
              <a:ext uri="{FF2B5EF4-FFF2-40B4-BE49-F238E27FC236}">
                <a16:creationId xmlns:a16="http://schemas.microsoft.com/office/drawing/2014/main" id="{8A24B3C1-4F24-453E-9A1B-5AE93B063826}"/>
              </a:ext>
            </a:extLst>
          </p:cNvPr>
          <p:cNvGraphicFramePr>
            <a:graphicFrameLocks/>
          </p:cNvGraphicFramePr>
          <p:nvPr>
            <p:extLst>
              <p:ext uri="{D42A27DB-BD31-4B8C-83A1-F6EECF244321}">
                <p14:modId xmlns:p14="http://schemas.microsoft.com/office/powerpoint/2010/main" val="120499786"/>
              </p:ext>
            </p:extLst>
          </p:nvPr>
        </p:nvGraphicFramePr>
        <p:xfrm>
          <a:off x="3677051" y="4019114"/>
          <a:ext cx="7702150" cy="2392554"/>
        </p:xfrm>
        <a:graphic>
          <a:graphicData uri="http://schemas.openxmlformats.org/drawingml/2006/table">
            <a:tbl>
              <a:tblPr firstRow="1" bandRow="1">
                <a:tableStyleId>{5C22544A-7EE6-4342-B048-85BDC9FD1C3A}</a:tableStyleId>
              </a:tblPr>
              <a:tblGrid>
                <a:gridCol w="2472172">
                  <a:extLst>
                    <a:ext uri="{9D8B030D-6E8A-4147-A177-3AD203B41FA5}">
                      <a16:colId xmlns:a16="http://schemas.microsoft.com/office/drawing/2014/main" val="4027718820"/>
                    </a:ext>
                  </a:extLst>
                </a:gridCol>
                <a:gridCol w="2614989">
                  <a:extLst>
                    <a:ext uri="{9D8B030D-6E8A-4147-A177-3AD203B41FA5}">
                      <a16:colId xmlns:a16="http://schemas.microsoft.com/office/drawing/2014/main" val="4053674618"/>
                    </a:ext>
                  </a:extLst>
                </a:gridCol>
                <a:gridCol w="2614989">
                  <a:extLst>
                    <a:ext uri="{9D8B030D-6E8A-4147-A177-3AD203B41FA5}">
                      <a16:colId xmlns:a16="http://schemas.microsoft.com/office/drawing/2014/main" val="2957272016"/>
                    </a:ext>
                  </a:extLst>
                </a:gridCol>
              </a:tblGrid>
              <a:tr h="0">
                <a:tc>
                  <a:txBody>
                    <a:bodyPr/>
                    <a:lstStyle/>
                    <a:p>
                      <a:r>
                        <a:rPr lang="fr-FR" dirty="0"/>
                        <a:t>Modèle </a:t>
                      </a:r>
                      <a:endParaRPr lang="en-US" dirty="0"/>
                    </a:p>
                  </a:txBody>
                  <a:tcPr marL="96792" marR="96792"/>
                </a:tc>
                <a:tc>
                  <a:txBody>
                    <a:bodyPr/>
                    <a:lstStyle/>
                    <a:p>
                      <a:r>
                        <a:rPr lang="fr-FR" dirty="0" err="1"/>
                        <a:t>Accuracy</a:t>
                      </a:r>
                      <a:r>
                        <a:rPr lang="fr-FR" dirty="0"/>
                        <a:t> </a:t>
                      </a:r>
                      <a:endParaRPr lang="en-US" dirty="0"/>
                    </a:p>
                  </a:txBody>
                  <a:tcPr marL="96792" marR="96792"/>
                </a:tc>
                <a:tc>
                  <a:txBody>
                    <a:bodyPr/>
                    <a:lstStyle/>
                    <a:p>
                      <a:r>
                        <a:rPr lang="en-US" dirty="0" err="1"/>
                        <a:t>recall_macro</a:t>
                      </a:r>
                      <a:endParaRPr lang="en-US" dirty="0"/>
                    </a:p>
                  </a:txBody>
                  <a:tcPr marL="96792" marR="96792"/>
                </a:tc>
                <a:extLst>
                  <a:ext uri="{0D108BD9-81ED-4DB2-BD59-A6C34878D82A}">
                    <a16:rowId xmlns:a16="http://schemas.microsoft.com/office/drawing/2014/main" val="527286461"/>
                  </a:ext>
                </a:extLst>
              </a:tr>
              <a:tr h="370840">
                <a:tc>
                  <a:txBody>
                    <a:bodyPr/>
                    <a:lstStyle/>
                    <a:p>
                      <a:r>
                        <a:rPr lang="en-US" sz="1800" kern="1200" dirty="0" err="1">
                          <a:solidFill>
                            <a:schemeClr val="dk1"/>
                          </a:solidFill>
                          <a:effectLst/>
                          <a:latin typeface="+mn-lt"/>
                          <a:ea typeface="+mn-ea"/>
                          <a:cs typeface="+mn-cs"/>
                        </a:rPr>
                        <a:t>LinearSVM</a:t>
                      </a:r>
                      <a:r>
                        <a:rPr lang="en-US" sz="1800" kern="1200" dirty="0">
                          <a:solidFill>
                            <a:schemeClr val="dk1"/>
                          </a:solidFill>
                          <a:effectLst/>
                          <a:latin typeface="+mn-lt"/>
                          <a:ea typeface="+mn-ea"/>
                          <a:cs typeface="+mn-cs"/>
                        </a:rPr>
                        <a:t> </a:t>
                      </a:r>
                      <a:endParaRPr lang="en-US" dirty="0"/>
                    </a:p>
                  </a:txBody>
                  <a:tcPr marL="96792" marR="96792"/>
                </a:tc>
                <a:tc>
                  <a:txBody>
                    <a:bodyPr/>
                    <a:lstStyle/>
                    <a:p>
                      <a:r>
                        <a:rPr lang="en-US" sz="1800" kern="1200" dirty="0">
                          <a:solidFill>
                            <a:schemeClr val="dk1"/>
                          </a:solidFill>
                          <a:effectLst/>
                          <a:latin typeface="+mn-lt"/>
                          <a:ea typeface="+mn-ea"/>
                          <a:cs typeface="+mn-cs"/>
                        </a:rPr>
                        <a:t>0.666358</a:t>
                      </a:r>
                      <a:endParaRPr lang="en-US" dirty="0"/>
                    </a:p>
                  </a:txBody>
                  <a:tcPr marL="96792" marR="96792"/>
                </a:tc>
                <a:tc>
                  <a:txBody>
                    <a:bodyPr/>
                    <a:lstStyle/>
                    <a:p>
                      <a:r>
                        <a:rPr lang="en-US" sz="1800" kern="1200" dirty="0">
                          <a:solidFill>
                            <a:schemeClr val="dk1"/>
                          </a:solidFill>
                          <a:effectLst/>
                          <a:latin typeface="+mn-lt"/>
                          <a:ea typeface="+mn-ea"/>
                          <a:cs typeface="+mn-cs"/>
                        </a:rPr>
                        <a:t>0.009452</a:t>
                      </a:r>
                      <a:endParaRPr lang="en-US" dirty="0"/>
                    </a:p>
                  </a:txBody>
                  <a:tcPr marL="96792" marR="96792"/>
                </a:tc>
                <a:extLst>
                  <a:ext uri="{0D108BD9-81ED-4DB2-BD59-A6C34878D82A}">
                    <a16:rowId xmlns:a16="http://schemas.microsoft.com/office/drawing/2014/main" val="2257622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La régression Logistique</a:t>
                      </a:r>
                      <a:endParaRPr lang="en-US" dirty="0"/>
                    </a:p>
                    <a:p>
                      <a:endParaRPr lang="en-US" dirty="0"/>
                    </a:p>
                  </a:txBody>
                  <a:tcPr marL="96792" marR="96792"/>
                </a:tc>
                <a:tc>
                  <a:txBody>
                    <a:bodyPr/>
                    <a:lstStyle/>
                    <a:p>
                      <a:r>
                        <a:rPr lang="en-US" sz="1800" kern="1200" dirty="0">
                          <a:solidFill>
                            <a:schemeClr val="dk1"/>
                          </a:solidFill>
                          <a:effectLst/>
                          <a:latin typeface="+mn-lt"/>
                          <a:ea typeface="+mn-ea"/>
                          <a:cs typeface="+mn-cs"/>
                        </a:rPr>
                        <a:t>0.671376 </a:t>
                      </a:r>
                      <a:endParaRPr lang="en-US" dirty="0"/>
                    </a:p>
                  </a:txBody>
                  <a:tcPr marL="96792" marR="96792"/>
                </a:tc>
                <a:tc>
                  <a:txBody>
                    <a:bodyPr/>
                    <a:lstStyle/>
                    <a:p>
                      <a:r>
                        <a:rPr lang="en-US" sz="1800" kern="1200" dirty="0">
                          <a:solidFill>
                            <a:schemeClr val="dk1"/>
                          </a:solidFill>
                          <a:effectLst/>
                          <a:latin typeface="+mn-lt"/>
                          <a:ea typeface="+mn-ea"/>
                          <a:cs typeface="+mn-cs"/>
                        </a:rPr>
                        <a:t>0.010583</a:t>
                      </a:r>
                      <a:endParaRPr lang="en-US" dirty="0"/>
                    </a:p>
                  </a:txBody>
                  <a:tcPr marL="96792" marR="96792"/>
                </a:tc>
                <a:extLst>
                  <a:ext uri="{0D108BD9-81ED-4DB2-BD59-A6C34878D82A}">
                    <a16:rowId xmlns:a16="http://schemas.microsoft.com/office/drawing/2014/main" val="3655364230"/>
                  </a:ext>
                </a:extLst>
              </a:tr>
              <a:tr h="370840">
                <a:tc>
                  <a:txBody>
                    <a:bodyPr/>
                    <a:lstStyle/>
                    <a:p>
                      <a:r>
                        <a:rPr lang="en-US" sz="1800" kern="1200" dirty="0">
                          <a:solidFill>
                            <a:schemeClr val="dk1"/>
                          </a:solidFill>
                          <a:effectLst/>
                          <a:latin typeface="+mn-lt"/>
                          <a:ea typeface="+mn-ea"/>
                          <a:cs typeface="+mn-cs"/>
                        </a:rPr>
                        <a:t>Multinomial Naive </a:t>
                      </a:r>
                      <a:r>
                        <a:rPr lang="en-US" sz="1800" kern="1200" dirty="0" err="1">
                          <a:solidFill>
                            <a:schemeClr val="dk1"/>
                          </a:solidFill>
                          <a:effectLst/>
                          <a:latin typeface="+mn-lt"/>
                          <a:ea typeface="+mn-ea"/>
                          <a:cs typeface="+mn-cs"/>
                        </a:rPr>
                        <a:t>Bayse</a:t>
                      </a:r>
                      <a:endParaRPr lang="en-US" dirty="0"/>
                    </a:p>
                  </a:txBody>
                  <a:tcPr marL="96792" marR="96792"/>
                </a:tc>
                <a:tc>
                  <a:txBody>
                    <a:bodyPr/>
                    <a:lstStyle/>
                    <a:p>
                      <a:r>
                        <a:rPr lang="en-US" sz="1800" kern="1200" dirty="0">
                          <a:solidFill>
                            <a:schemeClr val="dk1"/>
                          </a:solidFill>
                          <a:effectLst/>
                          <a:latin typeface="+mn-lt"/>
                          <a:ea typeface="+mn-ea"/>
                          <a:cs typeface="+mn-cs"/>
                        </a:rPr>
                        <a:t>0.508213 </a:t>
                      </a:r>
                      <a:endParaRPr lang="en-US" dirty="0"/>
                    </a:p>
                  </a:txBody>
                  <a:tcPr marL="96792" marR="96792"/>
                </a:tc>
                <a:tc>
                  <a:txBody>
                    <a:bodyPr/>
                    <a:lstStyle/>
                    <a:p>
                      <a:r>
                        <a:rPr lang="en-US" sz="1800" kern="1200" dirty="0">
                          <a:solidFill>
                            <a:schemeClr val="dk1"/>
                          </a:solidFill>
                          <a:effectLst/>
                          <a:latin typeface="+mn-lt"/>
                          <a:ea typeface="+mn-ea"/>
                          <a:cs typeface="+mn-cs"/>
                        </a:rPr>
                        <a:t>0.007948</a:t>
                      </a:r>
                      <a:endParaRPr lang="en-US" dirty="0"/>
                    </a:p>
                  </a:txBody>
                  <a:tcPr marL="96792" marR="96792"/>
                </a:tc>
                <a:extLst>
                  <a:ext uri="{0D108BD9-81ED-4DB2-BD59-A6C34878D82A}">
                    <a16:rowId xmlns:a16="http://schemas.microsoft.com/office/drawing/2014/main" val="870361672"/>
                  </a:ext>
                </a:extLst>
              </a:tr>
            </a:tbl>
          </a:graphicData>
        </a:graphic>
      </p:graphicFrame>
      <p:sp>
        <p:nvSpPr>
          <p:cNvPr id="32" name="Rectangle 31">
            <a:extLst>
              <a:ext uri="{FF2B5EF4-FFF2-40B4-BE49-F238E27FC236}">
                <a16:creationId xmlns:a16="http://schemas.microsoft.com/office/drawing/2014/main" id="{E7020653-F0D5-4CEE-8D09-546A0B487613}"/>
              </a:ext>
            </a:extLst>
          </p:cNvPr>
          <p:cNvSpPr/>
          <p:nvPr/>
        </p:nvSpPr>
        <p:spPr>
          <a:xfrm>
            <a:off x="468152" y="3301982"/>
            <a:ext cx="2260555" cy="830997"/>
          </a:xfrm>
          <a:prstGeom prst="rect">
            <a:avLst/>
          </a:prstGeom>
        </p:spPr>
        <p:txBody>
          <a:bodyPr wrap="none">
            <a:spAutoFit/>
          </a:bodyPr>
          <a:lstStyle/>
          <a:p>
            <a:pPr algn="ctr"/>
            <a:r>
              <a:rPr lang="fr-FR" sz="2400" b="1" dirty="0">
                <a:solidFill>
                  <a:schemeClr val="bg1"/>
                </a:solidFill>
                <a:latin typeface="Times New Roman" pitchFamily="18" charset="0"/>
                <a:cs typeface="Times New Roman" pitchFamily="18" charset="0"/>
              </a:rPr>
              <a:t>Modèle </a:t>
            </a:r>
          </a:p>
          <a:p>
            <a:pPr algn="ctr"/>
            <a:r>
              <a:rPr lang="fr-FR" sz="2400" b="1" dirty="0">
                <a:solidFill>
                  <a:schemeClr val="bg1"/>
                </a:solidFill>
                <a:latin typeface="Times New Roman" pitchFamily="18" charset="0"/>
                <a:cs typeface="Times New Roman" pitchFamily="18" charset="0"/>
              </a:rPr>
              <a:t>de classification</a:t>
            </a:r>
            <a:endParaRPr lang="en-US" sz="2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39961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Modélisation</a:t>
            </a:r>
          </a:p>
        </p:txBody>
      </p:sp>
      <p:sp>
        <p:nvSpPr>
          <p:cNvPr id="29" name="Text Box 19"/>
          <p:cNvSpPr txBox="1">
            <a:spLocks noChangeArrowheads="1"/>
          </p:cNvSpPr>
          <p:nvPr/>
        </p:nvSpPr>
        <p:spPr bwMode="auto">
          <a:xfrm>
            <a:off x="9677" y="6529419"/>
            <a:ext cx="10759923"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17</a:t>
            </a:fld>
            <a:endParaRPr lang="fr-FR" altLang="fr-FR" b="1" dirty="0"/>
          </a:p>
        </p:txBody>
      </p:sp>
      <p:sp>
        <p:nvSpPr>
          <p:cNvPr id="4" name="Rectangle 3"/>
          <p:cNvSpPr/>
          <p:nvPr/>
        </p:nvSpPr>
        <p:spPr>
          <a:xfrm>
            <a:off x="0" y="6465585"/>
            <a:ext cx="10958072" cy="369332"/>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766625" cy="11819"/>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5" name="Table 4">
            <a:extLst>
              <a:ext uri="{FF2B5EF4-FFF2-40B4-BE49-F238E27FC236}">
                <a16:creationId xmlns:a16="http://schemas.microsoft.com/office/drawing/2014/main" id="{3489F208-8746-4B59-8297-64B7A910C484}"/>
              </a:ext>
            </a:extLst>
          </p:cNvPr>
          <p:cNvGraphicFramePr>
            <a:graphicFrameLocks noGrp="1"/>
          </p:cNvGraphicFramePr>
          <p:nvPr>
            <p:ph idx="1"/>
            <p:extLst>
              <p:ext uri="{D42A27DB-BD31-4B8C-83A1-F6EECF244321}">
                <p14:modId xmlns:p14="http://schemas.microsoft.com/office/powerpoint/2010/main" val="4221053824"/>
              </p:ext>
            </p:extLst>
          </p:nvPr>
        </p:nvGraphicFramePr>
        <p:xfrm>
          <a:off x="2962649" y="2215308"/>
          <a:ext cx="8058942" cy="1427417"/>
        </p:xfrm>
        <a:graphic>
          <a:graphicData uri="http://schemas.openxmlformats.org/drawingml/2006/table">
            <a:tbl>
              <a:tblPr firstRow="1" bandRow="1">
                <a:tableStyleId>{5C22544A-7EE6-4342-B048-85BDC9FD1C3A}</a:tableStyleId>
              </a:tblPr>
              <a:tblGrid>
                <a:gridCol w="2041151">
                  <a:extLst>
                    <a:ext uri="{9D8B030D-6E8A-4147-A177-3AD203B41FA5}">
                      <a16:colId xmlns:a16="http://schemas.microsoft.com/office/drawing/2014/main" val="4027718820"/>
                    </a:ext>
                  </a:extLst>
                </a:gridCol>
                <a:gridCol w="1638300">
                  <a:extLst>
                    <a:ext uri="{9D8B030D-6E8A-4147-A177-3AD203B41FA5}">
                      <a16:colId xmlns:a16="http://schemas.microsoft.com/office/drawing/2014/main" val="4053674618"/>
                    </a:ext>
                  </a:extLst>
                </a:gridCol>
                <a:gridCol w="4379491">
                  <a:extLst>
                    <a:ext uri="{9D8B030D-6E8A-4147-A177-3AD203B41FA5}">
                      <a16:colId xmlns:a16="http://schemas.microsoft.com/office/drawing/2014/main" val="2957272016"/>
                    </a:ext>
                  </a:extLst>
                </a:gridCol>
              </a:tblGrid>
              <a:tr h="154306">
                <a:tc>
                  <a:txBody>
                    <a:bodyPr/>
                    <a:lstStyle/>
                    <a:p>
                      <a:r>
                        <a:rPr lang="fr-FR" dirty="0"/>
                        <a:t>Modèle </a:t>
                      </a:r>
                      <a:endParaRPr lang="en-US" dirty="0"/>
                    </a:p>
                  </a:txBody>
                  <a:tcPr marL="96792" marR="96792"/>
                </a:tc>
                <a:tc>
                  <a:txBody>
                    <a:bodyPr/>
                    <a:lstStyle/>
                    <a:p>
                      <a:r>
                        <a:rPr lang="en-US" sz="1800" b="1" kern="1200" dirty="0" err="1">
                          <a:solidFill>
                            <a:schemeClr val="lt1"/>
                          </a:solidFill>
                          <a:effectLst/>
                          <a:latin typeface="+mn-lt"/>
                          <a:ea typeface="+mn-ea"/>
                          <a:cs typeface="+mn-cs"/>
                        </a:rPr>
                        <a:t>Best_score</a:t>
                      </a:r>
                      <a:r>
                        <a:rPr lang="fr-FR" dirty="0"/>
                        <a:t> </a:t>
                      </a:r>
                      <a:endParaRPr lang="en-US" dirty="0"/>
                    </a:p>
                  </a:txBody>
                  <a:tcPr marL="96792" marR="96792"/>
                </a:tc>
                <a:tc>
                  <a:txBody>
                    <a:bodyPr/>
                    <a:lstStyle/>
                    <a:p>
                      <a:r>
                        <a:rPr lang="en-US" sz="1800" b="1" kern="1200" dirty="0" err="1">
                          <a:solidFill>
                            <a:schemeClr val="lt1"/>
                          </a:solidFill>
                          <a:effectLst/>
                          <a:latin typeface="+mn-lt"/>
                          <a:ea typeface="+mn-ea"/>
                          <a:cs typeface="+mn-cs"/>
                        </a:rPr>
                        <a:t>Best_params</a:t>
                      </a:r>
                      <a:endParaRPr lang="en-US" dirty="0"/>
                    </a:p>
                  </a:txBody>
                  <a:tcPr marL="96792" marR="96792"/>
                </a:tc>
                <a:extLst>
                  <a:ext uri="{0D108BD9-81ED-4DB2-BD59-A6C34878D82A}">
                    <a16:rowId xmlns:a16="http://schemas.microsoft.com/office/drawing/2014/main" val="527286461"/>
                  </a:ext>
                </a:extLst>
              </a:tr>
              <a:tr h="355600">
                <a:tc>
                  <a:txBody>
                    <a:bodyPr/>
                    <a:lstStyle/>
                    <a:p>
                      <a:r>
                        <a:rPr lang="en-US" sz="1800" kern="1200" dirty="0">
                          <a:solidFill>
                            <a:schemeClr val="dk1"/>
                          </a:solidFill>
                          <a:effectLst/>
                          <a:latin typeface="+mn-lt"/>
                          <a:ea typeface="+mn-ea"/>
                          <a:cs typeface="+mn-cs"/>
                        </a:rPr>
                        <a:t> </a:t>
                      </a:r>
                      <a:r>
                        <a:rPr lang="fr-FR" sz="1800" kern="1200" dirty="0">
                          <a:solidFill>
                            <a:schemeClr val="dk1"/>
                          </a:solidFill>
                          <a:effectLst/>
                          <a:latin typeface="+mn-lt"/>
                          <a:ea typeface="+mn-ea"/>
                          <a:cs typeface="+mn-cs"/>
                        </a:rPr>
                        <a:t>La régression Logistique</a:t>
                      </a:r>
                      <a:endParaRPr lang="en-US" dirty="0"/>
                    </a:p>
                  </a:txBody>
                  <a:tcPr marL="96792" marR="96792"/>
                </a:tc>
                <a:tc>
                  <a:txBody>
                    <a:bodyPr/>
                    <a:lstStyle/>
                    <a:p>
                      <a:pPr marL="0" marR="0">
                        <a:lnSpc>
                          <a:spcPct val="107000"/>
                        </a:lnSpc>
                        <a:spcBef>
                          <a:spcPts val="0"/>
                        </a:spcBef>
                        <a:spcAft>
                          <a:spcPts val="0"/>
                        </a:spcAft>
                      </a:pPr>
                      <a:r>
                        <a:rPr lang="en-US" sz="1800" kern="1200" dirty="0">
                          <a:solidFill>
                            <a:schemeClr val="dk1"/>
                          </a:solidFill>
                          <a:effectLst/>
                          <a:latin typeface="+mn-lt"/>
                          <a:ea typeface="+mn-ea"/>
                          <a:cs typeface="+mn-cs"/>
                        </a:rPr>
                        <a:t>0.734625</a:t>
                      </a:r>
                    </a:p>
                  </a:txBody>
                  <a:tcPr marL="68580" marR="68580" marT="0" marB="0"/>
                </a:tc>
                <a:tc>
                  <a:txBody>
                    <a:bodyPr/>
                    <a:lstStyle/>
                    <a:p>
                      <a:r>
                        <a:rPr lang="en-US" sz="1800" kern="1200" dirty="0">
                          <a:solidFill>
                            <a:schemeClr val="dk1"/>
                          </a:solidFill>
                          <a:effectLst/>
                          <a:latin typeface="+mn-lt"/>
                          <a:ea typeface="+mn-ea"/>
                          <a:cs typeface="+mn-cs"/>
                        </a:rPr>
                        <a:t>{'C': 3,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50, '</a:t>
                      </a:r>
                      <a:r>
                        <a:rPr lang="en-US" sz="1800" kern="1200" dirty="0" err="1">
                          <a:solidFill>
                            <a:schemeClr val="dk1"/>
                          </a:solidFill>
                          <a:effectLst/>
                          <a:latin typeface="+mn-lt"/>
                          <a:ea typeface="+mn-ea"/>
                          <a:cs typeface="+mn-cs"/>
                        </a:rPr>
                        <a:t>multi_class</a:t>
                      </a:r>
                      <a:r>
                        <a:rPr lang="en-US" sz="1800" kern="1200" dirty="0">
                          <a:solidFill>
                            <a:schemeClr val="dk1"/>
                          </a:solidFill>
                          <a:effectLst/>
                          <a:latin typeface="+mn-lt"/>
                          <a:ea typeface="+mn-ea"/>
                          <a:cs typeface="+mn-cs"/>
                        </a:rPr>
                        <a:t>': ‘multinomial’}</a:t>
                      </a:r>
                      <a:endParaRPr lang="en-US" dirty="0"/>
                    </a:p>
                  </a:txBody>
                  <a:tcPr marL="96792" marR="96792"/>
                </a:tc>
                <a:extLst>
                  <a:ext uri="{0D108BD9-81ED-4DB2-BD59-A6C34878D82A}">
                    <a16:rowId xmlns:a16="http://schemas.microsoft.com/office/drawing/2014/main" val="2257622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dk1"/>
                          </a:solidFill>
                          <a:effectLst/>
                          <a:latin typeface="+mn-lt"/>
                          <a:ea typeface="+mn-ea"/>
                          <a:cs typeface="+mn-cs"/>
                        </a:rPr>
                        <a:t>LinearSVM</a:t>
                      </a:r>
                      <a:endParaRPr lang="en-US" dirty="0"/>
                    </a:p>
                  </a:txBody>
                  <a:tcPr marL="96792" marR="96792"/>
                </a:tc>
                <a:tc>
                  <a:txBody>
                    <a:bodyPr/>
                    <a:lstStyle/>
                    <a:p>
                      <a:pPr marL="0" marR="0">
                        <a:lnSpc>
                          <a:spcPct val="107000"/>
                        </a:lnSpc>
                        <a:spcBef>
                          <a:spcPts val="0"/>
                        </a:spcBef>
                        <a:spcAft>
                          <a:spcPts val="0"/>
                        </a:spcAft>
                      </a:pPr>
                      <a:r>
                        <a:rPr lang="en-US" sz="1800" kern="1200" dirty="0">
                          <a:solidFill>
                            <a:schemeClr val="dk1"/>
                          </a:solidFill>
                          <a:effectLst/>
                          <a:latin typeface="+mn-lt"/>
                          <a:ea typeface="+mn-ea"/>
                          <a:cs typeface="+mn-cs"/>
                        </a:rPr>
                        <a:t>0.737000</a:t>
                      </a:r>
                    </a:p>
                  </a:txBody>
                  <a:tcPr marL="68580" marR="68580" marT="0" marB="0"/>
                </a:tc>
                <a:tc>
                  <a:txBody>
                    <a:bodyPr/>
                    <a:lstStyle/>
                    <a:p>
                      <a:r>
                        <a:rPr lang="en-US" sz="1800" kern="1200" dirty="0">
                          <a:solidFill>
                            <a:schemeClr val="dk1"/>
                          </a:solidFill>
                          <a:effectLst/>
                          <a:latin typeface="+mn-lt"/>
                          <a:ea typeface="+mn-ea"/>
                          <a:cs typeface="+mn-cs"/>
                        </a:rPr>
                        <a:t>{'C': 15, 'kernel': '</a:t>
                      </a:r>
                      <a:r>
                        <a:rPr lang="en-US" sz="1800" kern="1200" dirty="0" err="1">
                          <a:solidFill>
                            <a:schemeClr val="dk1"/>
                          </a:solidFill>
                          <a:effectLst/>
                          <a:latin typeface="+mn-lt"/>
                          <a:ea typeface="+mn-ea"/>
                          <a:cs typeface="+mn-cs"/>
                        </a:rPr>
                        <a:t>rbf</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400}  </a:t>
                      </a:r>
                    </a:p>
                  </a:txBody>
                  <a:tcPr marL="96792" marR="96792"/>
                </a:tc>
                <a:extLst>
                  <a:ext uri="{0D108BD9-81ED-4DB2-BD59-A6C34878D82A}">
                    <a16:rowId xmlns:a16="http://schemas.microsoft.com/office/drawing/2014/main" val="3655364230"/>
                  </a:ext>
                </a:extLst>
              </a:tr>
            </a:tbl>
          </a:graphicData>
        </a:graphic>
      </p:graphicFrame>
      <p:sp>
        <p:nvSpPr>
          <p:cNvPr id="16" name="TextBox 15">
            <a:extLst>
              <a:ext uri="{FF2B5EF4-FFF2-40B4-BE49-F238E27FC236}">
                <a16:creationId xmlns:a16="http://schemas.microsoft.com/office/drawing/2014/main" id="{317860A5-3F7A-4640-8698-C1923D273897}"/>
              </a:ext>
            </a:extLst>
          </p:cNvPr>
          <p:cNvSpPr txBox="1"/>
          <p:nvPr/>
        </p:nvSpPr>
        <p:spPr>
          <a:xfrm>
            <a:off x="2962649" y="1850269"/>
            <a:ext cx="1656223" cy="369332"/>
          </a:xfrm>
          <a:prstGeom prst="rect">
            <a:avLst/>
          </a:prstGeom>
          <a:noFill/>
        </p:spPr>
        <p:txBody>
          <a:bodyPr wrap="none" rtlCol="0">
            <a:spAutoFit/>
          </a:bodyPr>
          <a:lstStyle/>
          <a:p>
            <a:r>
              <a:rPr lang="fr-FR" b="1" dirty="0">
                <a:solidFill>
                  <a:schemeClr val="bg2">
                    <a:lumMod val="25000"/>
                  </a:schemeClr>
                </a:solidFill>
              </a:rPr>
              <a:t>Avec K-</a:t>
            </a:r>
            <a:r>
              <a:rPr lang="fr-FR" b="1" dirty="0" err="1">
                <a:solidFill>
                  <a:schemeClr val="bg2">
                    <a:lumMod val="25000"/>
                  </a:schemeClr>
                </a:solidFill>
              </a:rPr>
              <a:t>fold</a:t>
            </a:r>
            <a:r>
              <a:rPr lang="fr-FR" b="1" dirty="0">
                <a:solidFill>
                  <a:schemeClr val="bg2">
                    <a:lumMod val="25000"/>
                  </a:schemeClr>
                </a:solidFill>
              </a:rPr>
              <a:t> 5</a:t>
            </a:r>
            <a:endParaRPr lang="en-US" b="1" dirty="0">
              <a:solidFill>
                <a:schemeClr val="bg2">
                  <a:lumMod val="25000"/>
                </a:schemeClr>
              </a:solidFill>
            </a:endParaRPr>
          </a:p>
        </p:txBody>
      </p:sp>
      <p:sp>
        <p:nvSpPr>
          <p:cNvPr id="17" name="TextBox 16">
            <a:extLst>
              <a:ext uri="{FF2B5EF4-FFF2-40B4-BE49-F238E27FC236}">
                <a16:creationId xmlns:a16="http://schemas.microsoft.com/office/drawing/2014/main" id="{5D622055-8B03-42A4-BC73-5D5378991D2E}"/>
              </a:ext>
            </a:extLst>
          </p:cNvPr>
          <p:cNvSpPr txBox="1"/>
          <p:nvPr/>
        </p:nvSpPr>
        <p:spPr>
          <a:xfrm>
            <a:off x="3010731" y="4004569"/>
            <a:ext cx="1787669" cy="369332"/>
          </a:xfrm>
          <a:prstGeom prst="rect">
            <a:avLst/>
          </a:prstGeom>
          <a:noFill/>
        </p:spPr>
        <p:txBody>
          <a:bodyPr wrap="none" rtlCol="0">
            <a:spAutoFit/>
          </a:bodyPr>
          <a:lstStyle/>
          <a:p>
            <a:r>
              <a:rPr lang="fr-FR" b="1" dirty="0">
                <a:solidFill>
                  <a:schemeClr val="bg2">
                    <a:lumMod val="25000"/>
                  </a:schemeClr>
                </a:solidFill>
              </a:rPr>
              <a:t>Avec K-</a:t>
            </a:r>
            <a:r>
              <a:rPr lang="fr-FR" b="1" dirty="0" err="1">
                <a:solidFill>
                  <a:schemeClr val="bg2">
                    <a:lumMod val="25000"/>
                  </a:schemeClr>
                </a:solidFill>
              </a:rPr>
              <a:t>fold</a:t>
            </a:r>
            <a:r>
              <a:rPr lang="fr-FR" b="1" dirty="0">
                <a:solidFill>
                  <a:schemeClr val="bg2">
                    <a:lumMod val="25000"/>
                  </a:schemeClr>
                </a:solidFill>
              </a:rPr>
              <a:t> 10</a:t>
            </a:r>
            <a:endParaRPr lang="en-US" b="1" dirty="0">
              <a:solidFill>
                <a:schemeClr val="bg2">
                  <a:lumMod val="25000"/>
                </a:schemeClr>
              </a:solidFill>
            </a:endParaRPr>
          </a:p>
        </p:txBody>
      </p:sp>
      <p:graphicFrame>
        <p:nvGraphicFramePr>
          <p:cNvPr id="18" name="Table 4">
            <a:extLst>
              <a:ext uri="{FF2B5EF4-FFF2-40B4-BE49-F238E27FC236}">
                <a16:creationId xmlns:a16="http://schemas.microsoft.com/office/drawing/2014/main" id="{6AA4B6E2-A3AE-4DB9-B027-E92CF560446A}"/>
              </a:ext>
            </a:extLst>
          </p:cNvPr>
          <p:cNvGraphicFramePr>
            <a:graphicFrameLocks/>
          </p:cNvGraphicFramePr>
          <p:nvPr>
            <p:extLst>
              <p:ext uri="{D42A27DB-BD31-4B8C-83A1-F6EECF244321}">
                <p14:modId xmlns:p14="http://schemas.microsoft.com/office/powerpoint/2010/main" val="1054394282"/>
              </p:ext>
            </p:extLst>
          </p:nvPr>
        </p:nvGraphicFramePr>
        <p:xfrm>
          <a:off x="2971800" y="4373901"/>
          <a:ext cx="8049791" cy="1427417"/>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4027718820"/>
                    </a:ext>
                  </a:extLst>
                </a:gridCol>
                <a:gridCol w="1701800">
                  <a:extLst>
                    <a:ext uri="{9D8B030D-6E8A-4147-A177-3AD203B41FA5}">
                      <a16:colId xmlns:a16="http://schemas.microsoft.com/office/drawing/2014/main" val="4053674618"/>
                    </a:ext>
                  </a:extLst>
                </a:gridCol>
                <a:gridCol w="4366791">
                  <a:extLst>
                    <a:ext uri="{9D8B030D-6E8A-4147-A177-3AD203B41FA5}">
                      <a16:colId xmlns:a16="http://schemas.microsoft.com/office/drawing/2014/main" val="2957272016"/>
                    </a:ext>
                  </a:extLst>
                </a:gridCol>
              </a:tblGrid>
              <a:tr h="154306">
                <a:tc>
                  <a:txBody>
                    <a:bodyPr/>
                    <a:lstStyle/>
                    <a:p>
                      <a:r>
                        <a:rPr lang="fr-FR" dirty="0"/>
                        <a:t>Modèle </a:t>
                      </a:r>
                      <a:endParaRPr lang="en-US" dirty="0"/>
                    </a:p>
                  </a:txBody>
                  <a:tcPr marL="96792" marR="96792"/>
                </a:tc>
                <a:tc>
                  <a:txBody>
                    <a:bodyPr/>
                    <a:lstStyle/>
                    <a:p>
                      <a:r>
                        <a:rPr lang="en-US" sz="1800" b="1" kern="1200" dirty="0" err="1">
                          <a:solidFill>
                            <a:schemeClr val="lt1"/>
                          </a:solidFill>
                          <a:effectLst/>
                          <a:latin typeface="+mn-lt"/>
                          <a:ea typeface="+mn-ea"/>
                          <a:cs typeface="+mn-cs"/>
                        </a:rPr>
                        <a:t>Best_score</a:t>
                      </a:r>
                      <a:r>
                        <a:rPr lang="fr-FR" dirty="0"/>
                        <a:t> </a:t>
                      </a:r>
                      <a:endParaRPr lang="en-US" dirty="0"/>
                    </a:p>
                  </a:txBody>
                  <a:tcPr marL="96792" marR="96792"/>
                </a:tc>
                <a:tc>
                  <a:txBody>
                    <a:bodyPr/>
                    <a:lstStyle/>
                    <a:p>
                      <a:r>
                        <a:rPr lang="en-US" sz="1800" b="1" kern="1200" dirty="0" err="1">
                          <a:solidFill>
                            <a:schemeClr val="lt1"/>
                          </a:solidFill>
                          <a:effectLst/>
                          <a:latin typeface="+mn-lt"/>
                          <a:ea typeface="+mn-ea"/>
                          <a:cs typeface="+mn-cs"/>
                        </a:rPr>
                        <a:t>Best_params</a:t>
                      </a:r>
                      <a:endParaRPr lang="en-US" dirty="0"/>
                    </a:p>
                  </a:txBody>
                  <a:tcPr marL="96792" marR="96792"/>
                </a:tc>
                <a:extLst>
                  <a:ext uri="{0D108BD9-81ED-4DB2-BD59-A6C34878D82A}">
                    <a16:rowId xmlns:a16="http://schemas.microsoft.com/office/drawing/2014/main" val="527286461"/>
                  </a:ext>
                </a:extLst>
              </a:tr>
              <a:tr h="355600">
                <a:tc>
                  <a:txBody>
                    <a:bodyPr/>
                    <a:lstStyle/>
                    <a:p>
                      <a:r>
                        <a:rPr lang="en-US" sz="1800" kern="1200" dirty="0">
                          <a:solidFill>
                            <a:schemeClr val="dk1"/>
                          </a:solidFill>
                          <a:effectLst/>
                          <a:latin typeface="+mn-lt"/>
                          <a:ea typeface="+mn-ea"/>
                          <a:cs typeface="+mn-cs"/>
                        </a:rPr>
                        <a:t> </a:t>
                      </a:r>
                      <a:r>
                        <a:rPr lang="fr-FR" sz="1800" kern="1200" dirty="0">
                          <a:solidFill>
                            <a:schemeClr val="dk1"/>
                          </a:solidFill>
                          <a:effectLst/>
                          <a:latin typeface="+mn-lt"/>
                          <a:ea typeface="+mn-ea"/>
                          <a:cs typeface="+mn-cs"/>
                        </a:rPr>
                        <a:t>La régression Logistique</a:t>
                      </a:r>
                      <a:endParaRPr lang="en-US" dirty="0"/>
                    </a:p>
                  </a:txBody>
                  <a:tcPr marL="96792" marR="96792"/>
                </a:tc>
                <a:tc>
                  <a:txBody>
                    <a:bodyPr/>
                    <a:lstStyle/>
                    <a:p>
                      <a:pPr marL="0" marR="0">
                        <a:lnSpc>
                          <a:spcPct val="107000"/>
                        </a:lnSpc>
                        <a:spcBef>
                          <a:spcPts val="0"/>
                        </a:spcBef>
                        <a:spcAft>
                          <a:spcPts val="0"/>
                        </a:spcAft>
                      </a:pPr>
                      <a:r>
                        <a:rPr lang="en-US" sz="1800" kern="1200" dirty="0">
                          <a:solidFill>
                            <a:schemeClr val="dk1"/>
                          </a:solidFill>
                          <a:effectLst/>
                          <a:latin typeface="+mn-lt"/>
                          <a:ea typeface="+mn-ea"/>
                          <a:cs typeface="+mn-cs"/>
                        </a:rPr>
                        <a:t>0.736875</a:t>
                      </a:r>
                    </a:p>
                  </a:txBody>
                  <a:tcPr marL="68580" marR="68580" marT="0" marB="0"/>
                </a:tc>
                <a:tc>
                  <a:txBody>
                    <a:bodyPr/>
                    <a:lstStyle/>
                    <a:p>
                      <a:r>
                        <a:rPr lang="en-US" sz="1800" kern="1200" dirty="0">
                          <a:solidFill>
                            <a:schemeClr val="dk1"/>
                          </a:solidFill>
                          <a:effectLst/>
                          <a:latin typeface="+mn-lt"/>
                          <a:ea typeface="+mn-ea"/>
                          <a:cs typeface="+mn-cs"/>
                        </a:rPr>
                        <a:t>{'C': 3,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50, '</a:t>
                      </a:r>
                      <a:r>
                        <a:rPr lang="en-US" sz="1800" kern="1200" dirty="0" err="1">
                          <a:solidFill>
                            <a:schemeClr val="dk1"/>
                          </a:solidFill>
                          <a:effectLst/>
                          <a:latin typeface="+mn-lt"/>
                          <a:ea typeface="+mn-ea"/>
                          <a:cs typeface="+mn-cs"/>
                        </a:rPr>
                        <a:t>multi_class</a:t>
                      </a:r>
                      <a:r>
                        <a:rPr lang="en-US" sz="1800" kern="1200" dirty="0">
                          <a:solidFill>
                            <a:schemeClr val="dk1"/>
                          </a:solidFill>
                          <a:effectLst/>
                          <a:latin typeface="+mn-lt"/>
                          <a:ea typeface="+mn-ea"/>
                          <a:cs typeface="+mn-cs"/>
                        </a:rPr>
                        <a:t>': ‘multinomial’}</a:t>
                      </a:r>
                      <a:endParaRPr lang="en-US" dirty="0"/>
                    </a:p>
                  </a:txBody>
                  <a:tcPr marL="96792" marR="96792"/>
                </a:tc>
                <a:extLst>
                  <a:ext uri="{0D108BD9-81ED-4DB2-BD59-A6C34878D82A}">
                    <a16:rowId xmlns:a16="http://schemas.microsoft.com/office/drawing/2014/main" val="2257622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dk1"/>
                          </a:solidFill>
                          <a:effectLst/>
                          <a:latin typeface="+mn-lt"/>
                          <a:ea typeface="+mn-ea"/>
                          <a:cs typeface="+mn-cs"/>
                        </a:rPr>
                        <a:t>LinearSVM</a:t>
                      </a:r>
                      <a:endParaRPr lang="en-US" dirty="0"/>
                    </a:p>
                  </a:txBody>
                  <a:tcPr marL="96792" marR="96792"/>
                </a:tc>
                <a:tc>
                  <a:txBody>
                    <a:bodyPr/>
                    <a:lstStyle/>
                    <a:p>
                      <a:pPr marL="0" marR="0">
                        <a:lnSpc>
                          <a:spcPct val="107000"/>
                        </a:lnSpc>
                        <a:spcBef>
                          <a:spcPts val="0"/>
                        </a:spcBef>
                        <a:spcAft>
                          <a:spcPts val="0"/>
                        </a:spcAft>
                      </a:pPr>
                      <a:r>
                        <a:rPr lang="en-US" sz="1800" kern="1200" dirty="0">
                          <a:solidFill>
                            <a:schemeClr val="dk1"/>
                          </a:solidFill>
                          <a:effectLst/>
                          <a:latin typeface="+mn-lt"/>
                          <a:ea typeface="+mn-ea"/>
                          <a:cs typeface="+mn-cs"/>
                        </a:rPr>
                        <a:t>0.735500 </a:t>
                      </a:r>
                    </a:p>
                  </a:txBody>
                  <a:tcPr marL="68580" marR="68580" marT="0" marB="0"/>
                </a:tc>
                <a:tc>
                  <a:txBody>
                    <a:bodyPr/>
                    <a:lstStyle/>
                    <a:p>
                      <a:r>
                        <a:rPr lang="en-US" sz="1800" kern="1200" dirty="0">
                          <a:solidFill>
                            <a:schemeClr val="dk1"/>
                          </a:solidFill>
                          <a:effectLst/>
                          <a:latin typeface="+mn-lt"/>
                          <a:ea typeface="+mn-ea"/>
                          <a:cs typeface="+mn-cs"/>
                        </a:rPr>
                        <a:t>{'C': 19, 'kernel': '</a:t>
                      </a:r>
                      <a:r>
                        <a:rPr lang="en-US" sz="1800" kern="1200" dirty="0" err="1">
                          <a:solidFill>
                            <a:schemeClr val="dk1"/>
                          </a:solidFill>
                          <a:effectLst/>
                          <a:latin typeface="+mn-lt"/>
                          <a:ea typeface="+mn-ea"/>
                          <a:cs typeface="+mn-cs"/>
                        </a:rPr>
                        <a:t>rbf</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400}  </a:t>
                      </a:r>
                    </a:p>
                  </a:txBody>
                  <a:tcPr marL="96792" marR="96792"/>
                </a:tc>
                <a:extLst>
                  <a:ext uri="{0D108BD9-81ED-4DB2-BD59-A6C34878D82A}">
                    <a16:rowId xmlns:a16="http://schemas.microsoft.com/office/drawing/2014/main" val="3655364230"/>
                  </a:ext>
                </a:extLst>
              </a:tr>
            </a:tbl>
          </a:graphicData>
        </a:graphic>
      </p:graphicFrame>
      <p:sp>
        <p:nvSpPr>
          <p:cNvPr id="21" name="Rectangle 20">
            <a:extLst>
              <a:ext uri="{FF2B5EF4-FFF2-40B4-BE49-F238E27FC236}">
                <a16:creationId xmlns:a16="http://schemas.microsoft.com/office/drawing/2014/main" id="{60707626-8EBA-4F75-89A7-696A7D5F8D1A}"/>
              </a:ext>
            </a:extLst>
          </p:cNvPr>
          <p:cNvSpPr/>
          <p:nvPr/>
        </p:nvSpPr>
        <p:spPr>
          <a:xfrm>
            <a:off x="3122452" y="1068546"/>
            <a:ext cx="2162002" cy="461665"/>
          </a:xfrm>
          <a:prstGeom prst="rect">
            <a:avLst/>
          </a:prstGeom>
        </p:spPr>
        <p:txBody>
          <a:bodyPr wrap="none">
            <a:spAutoFit/>
          </a:bodyPr>
          <a:lstStyle/>
          <a:p>
            <a:r>
              <a:rPr lang="fr-FR" sz="2400" b="1" dirty="0" err="1">
                <a:solidFill>
                  <a:schemeClr val="accent5">
                    <a:lumMod val="75000"/>
                  </a:schemeClr>
                </a:solidFill>
                <a:latin typeface="Times New Roman" pitchFamily="18" charset="0"/>
                <a:cs typeface="Times New Roman" pitchFamily="18" charset="0"/>
              </a:rPr>
              <a:t>GridSearchCV</a:t>
            </a:r>
            <a:endParaRPr lang="en-US" sz="2400" b="1" dirty="0">
              <a:solidFill>
                <a:schemeClr val="accent5">
                  <a:lumMod val="75000"/>
                </a:schemeClr>
              </a:solidFill>
              <a:latin typeface="Times New Roman" pitchFamily="18" charset="0"/>
              <a:cs typeface="Times New Roman" pitchFamily="18" charset="0"/>
            </a:endParaRPr>
          </a:p>
        </p:txBody>
      </p:sp>
      <p:sp>
        <p:nvSpPr>
          <p:cNvPr id="22" name="Cadre 11">
            <a:extLst>
              <a:ext uri="{FF2B5EF4-FFF2-40B4-BE49-F238E27FC236}">
                <a16:creationId xmlns:a16="http://schemas.microsoft.com/office/drawing/2014/main" id="{11786DC6-E782-4465-BCB7-D265887F623A}"/>
              </a:ext>
            </a:extLst>
          </p:cNvPr>
          <p:cNvSpPr/>
          <p:nvPr/>
        </p:nvSpPr>
        <p:spPr>
          <a:xfrm>
            <a:off x="2845631" y="1195564"/>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98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28">
            <a:extLst>
              <a:ext uri="{FF2B5EF4-FFF2-40B4-BE49-F238E27FC236}">
                <a16:creationId xmlns:a16="http://schemas.microsoft.com/office/drawing/2014/main" id="{EE1ECAD6-91F8-491D-9DA4-AC6CC0EF1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7" y="2967476"/>
            <a:ext cx="3444723" cy="1976637"/>
          </a:xfrm>
          <a:prstGeom prst="rect">
            <a:avLst/>
          </a:prstGeom>
        </p:spPr>
      </p:pic>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Modélisation</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18</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 name="TextBox 27">
            <a:extLst>
              <a:ext uri="{FF2B5EF4-FFF2-40B4-BE49-F238E27FC236}">
                <a16:creationId xmlns:a16="http://schemas.microsoft.com/office/drawing/2014/main" id="{9D27D8A9-080D-4735-B660-ADC61F46ECB6}"/>
              </a:ext>
            </a:extLst>
          </p:cNvPr>
          <p:cNvSpPr txBox="1"/>
          <p:nvPr/>
        </p:nvSpPr>
        <p:spPr>
          <a:xfrm>
            <a:off x="4609254" y="2246955"/>
            <a:ext cx="7054451" cy="369332"/>
          </a:xfrm>
          <a:prstGeom prst="rect">
            <a:avLst/>
          </a:prstGeom>
          <a:noFill/>
        </p:spPr>
        <p:txBody>
          <a:bodyPr wrap="square" rtlCol="0">
            <a:spAutoFit/>
          </a:bodyPr>
          <a:lstStyle/>
          <a:p>
            <a:r>
              <a:rPr lang="fr-FR" b="1" dirty="0">
                <a:solidFill>
                  <a:schemeClr val="bg2">
                    <a:lumMod val="25000"/>
                  </a:schemeClr>
                </a:solidFill>
              </a:rPr>
              <a:t>Comparaison basée sur le temps d’exécution </a:t>
            </a:r>
            <a:endParaRPr lang="en-US" b="1" dirty="0">
              <a:solidFill>
                <a:schemeClr val="bg2">
                  <a:lumMod val="25000"/>
                </a:schemeClr>
              </a:solidFill>
            </a:endParaRPr>
          </a:p>
        </p:txBody>
      </p:sp>
      <p:sp>
        <p:nvSpPr>
          <p:cNvPr id="32" name="Rectangle 31">
            <a:extLst>
              <a:ext uri="{FF2B5EF4-FFF2-40B4-BE49-F238E27FC236}">
                <a16:creationId xmlns:a16="http://schemas.microsoft.com/office/drawing/2014/main" id="{E7020653-F0D5-4CEE-8D09-546A0B487613}"/>
              </a:ext>
            </a:extLst>
          </p:cNvPr>
          <p:cNvSpPr/>
          <p:nvPr/>
        </p:nvSpPr>
        <p:spPr>
          <a:xfrm>
            <a:off x="288618" y="3301982"/>
            <a:ext cx="2619628" cy="830997"/>
          </a:xfrm>
          <a:prstGeom prst="rect">
            <a:avLst/>
          </a:prstGeom>
        </p:spPr>
        <p:txBody>
          <a:bodyPr wrap="none">
            <a:spAutoFit/>
          </a:bodyPr>
          <a:lstStyle/>
          <a:p>
            <a:pPr algn="ctr"/>
            <a:r>
              <a:rPr lang="fr-FR" sz="2400" b="1" dirty="0">
                <a:solidFill>
                  <a:schemeClr val="bg1"/>
                </a:solidFill>
                <a:latin typeface="Times New Roman" pitchFamily="18" charset="0"/>
                <a:cs typeface="Times New Roman" pitchFamily="18" charset="0"/>
              </a:rPr>
              <a:t>Modèle </a:t>
            </a:r>
          </a:p>
          <a:p>
            <a:pPr algn="ctr"/>
            <a:r>
              <a:rPr lang="fr-FR" sz="2400" b="1" dirty="0">
                <a:solidFill>
                  <a:schemeClr val="bg1"/>
                </a:solidFill>
                <a:latin typeface="Times New Roman" pitchFamily="18" charset="0"/>
                <a:cs typeface="Times New Roman" pitchFamily="18" charset="0"/>
              </a:rPr>
              <a:t>de résumé de texte</a:t>
            </a:r>
            <a:endParaRPr lang="en-US" sz="2400" b="1" dirty="0">
              <a:solidFill>
                <a:schemeClr val="bg1"/>
              </a:solidFill>
              <a:latin typeface="Times New Roman" pitchFamily="18" charset="0"/>
              <a:cs typeface="Times New Roman" pitchFamily="18" charset="0"/>
            </a:endParaRPr>
          </a:p>
        </p:txBody>
      </p:sp>
      <p:graphicFrame>
        <p:nvGraphicFramePr>
          <p:cNvPr id="16" name="Content Placeholder 3">
            <a:extLst>
              <a:ext uri="{FF2B5EF4-FFF2-40B4-BE49-F238E27FC236}">
                <a16:creationId xmlns:a16="http://schemas.microsoft.com/office/drawing/2014/main" id="{9C31CAD1-1A61-4272-8AFB-95C20F3791FB}"/>
              </a:ext>
            </a:extLst>
          </p:cNvPr>
          <p:cNvGraphicFramePr>
            <a:graphicFrameLocks noGrp="1"/>
          </p:cNvGraphicFramePr>
          <p:nvPr>
            <p:ph idx="1"/>
            <p:extLst>
              <p:ext uri="{D42A27DB-BD31-4B8C-83A1-F6EECF244321}">
                <p14:modId xmlns:p14="http://schemas.microsoft.com/office/powerpoint/2010/main" val="3071846645"/>
              </p:ext>
            </p:extLst>
          </p:nvPr>
        </p:nvGraphicFramePr>
        <p:xfrm>
          <a:off x="4609254" y="2648204"/>
          <a:ext cx="6185746" cy="2138552"/>
        </p:xfrm>
        <a:graphic>
          <a:graphicData uri="http://schemas.openxmlformats.org/drawingml/2006/table">
            <a:tbl>
              <a:tblPr firstRow="1" firstCol="1" bandRow="1">
                <a:tableStyleId>{5C22544A-7EE6-4342-B048-85BDC9FD1C3A}</a:tableStyleId>
              </a:tblPr>
              <a:tblGrid>
                <a:gridCol w="3028552">
                  <a:extLst>
                    <a:ext uri="{9D8B030D-6E8A-4147-A177-3AD203B41FA5}">
                      <a16:colId xmlns:a16="http://schemas.microsoft.com/office/drawing/2014/main" val="3575933980"/>
                    </a:ext>
                  </a:extLst>
                </a:gridCol>
                <a:gridCol w="3157194">
                  <a:extLst>
                    <a:ext uri="{9D8B030D-6E8A-4147-A177-3AD203B41FA5}">
                      <a16:colId xmlns:a16="http://schemas.microsoft.com/office/drawing/2014/main" val="2690253845"/>
                    </a:ext>
                  </a:extLst>
                </a:gridCol>
              </a:tblGrid>
              <a:tr h="618613">
                <a:tc>
                  <a:txBody>
                    <a:bodyPr/>
                    <a:lstStyle/>
                    <a:p>
                      <a:pPr marL="0" marR="0" indent="0" algn="just">
                        <a:lnSpc>
                          <a:spcPct val="115000"/>
                        </a:lnSpc>
                        <a:spcBef>
                          <a:spcPts val="0"/>
                        </a:spcBef>
                        <a:spcAft>
                          <a:spcPts val="0"/>
                        </a:spcAft>
                      </a:pPr>
                      <a:r>
                        <a:rPr lang="fr-FR" sz="2000" dirty="0">
                          <a:effectLst/>
                        </a:rPr>
                        <a:t>Nom de l’algorithme</a:t>
                      </a:r>
                      <a:endParaRPr lang="en-US" sz="20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marL="0" marR="0" algn="just">
                        <a:lnSpc>
                          <a:spcPct val="115000"/>
                        </a:lnSpc>
                        <a:spcBef>
                          <a:spcPts val="0"/>
                        </a:spcBef>
                        <a:spcAft>
                          <a:spcPts val="0"/>
                        </a:spcAft>
                      </a:pPr>
                      <a:r>
                        <a:rPr lang="fr-FR" sz="2000" dirty="0">
                          <a:effectLst/>
                        </a:rPr>
                        <a:t>Temps d’exécution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96124939"/>
                  </a:ext>
                </a:extLst>
              </a:tr>
              <a:tr h="485579">
                <a:tc>
                  <a:txBody>
                    <a:bodyPr/>
                    <a:lstStyle/>
                    <a:p>
                      <a:pPr marL="0" marR="0" algn="just">
                        <a:lnSpc>
                          <a:spcPct val="115000"/>
                        </a:lnSpc>
                        <a:spcBef>
                          <a:spcPts val="0"/>
                        </a:spcBef>
                        <a:spcAft>
                          <a:spcPts val="0"/>
                        </a:spcAft>
                      </a:pPr>
                      <a:r>
                        <a:rPr lang="fr-FR" sz="2000" dirty="0" err="1">
                          <a:effectLst/>
                        </a:rPr>
                        <a:t>TextRank</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15000"/>
                        </a:lnSpc>
                        <a:spcBef>
                          <a:spcPts val="0"/>
                        </a:spcBef>
                        <a:spcAft>
                          <a:spcPts val="0"/>
                        </a:spcAft>
                      </a:pPr>
                      <a:r>
                        <a:rPr lang="fr-FR" sz="2000" dirty="0">
                          <a:effectLst/>
                        </a:rPr>
                        <a:t>- Moyenne : 0.04ms</a:t>
                      </a:r>
                      <a:endParaRPr lang="en-US" sz="2000" dirty="0">
                        <a:effectLst/>
                      </a:endParaRPr>
                    </a:p>
                  </a:txBody>
                  <a:tcPr marL="68580" marR="68580" marT="0" marB="0"/>
                </a:tc>
                <a:extLst>
                  <a:ext uri="{0D108BD9-81ED-4DB2-BD59-A6C34878D82A}">
                    <a16:rowId xmlns:a16="http://schemas.microsoft.com/office/drawing/2014/main" val="2035636810"/>
                  </a:ext>
                </a:extLst>
              </a:tr>
              <a:tr h="484499">
                <a:tc>
                  <a:txBody>
                    <a:bodyPr/>
                    <a:lstStyle/>
                    <a:p>
                      <a:pPr marL="0" marR="0" algn="just">
                        <a:lnSpc>
                          <a:spcPct val="115000"/>
                        </a:lnSpc>
                        <a:spcBef>
                          <a:spcPts val="0"/>
                        </a:spcBef>
                        <a:spcAft>
                          <a:spcPts val="0"/>
                        </a:spcAft>
                      </a:pPr>
                      <a:r>
                        <a:rPr lang="fr-FR" sz="2000" dirty="0" err="1">
                          <a:effectLst/>
                        </a:rPr>
                        <a:t>LexRank</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15000"/>
                        </a:lnSpc>
                        <a:spcBef>
                          <a:spcPts val="0"/>
                        </a:spcBef>
                        <a:spcAft>
                          <a:spcPts val="0"/>
                        </a:spcAft>
                      </a:pPr>
                      <a:r>
                        <a:rPr lang="fr-FR" sz="2000" dirty="0">
                          <a:effectLst/>
                        </a:rPr>
                        <a:t>- Moyenne : 0.02ms</a:t>
                      </a:r>
                      <a:endParaRPr lang="en-US" sz="2000" dirty="0">
                        <a:effectLst/>
                      </a:endParaRPr>
                    </a:p>
                  </a:txBody>
                  <a:tcPr marL="68580" marR="68580" marT="0" marB="0"/>
                </a:tc>
                <a:extLst>
                  <a:ext uri="{0D108BD9-81ED-4DB2-BD59-A6C34878D82A}">
                    <a16:rowId xmlns:a16="http://schemas.microsoft.com/office/drawing/2014/main" val="3169805034"/>
                  </a:ext>
                </a:extLst>
              </a:tr>
              <a:tr h="549861">
                <a:tc>
                  <a:txBody>
                    <a:bodyPr/>
                    <a:lstStyle/>
                    <a:p>
                      <a:pPr marL="0" marR="0" algn="just">
                        <a:lnSpc>
                          <a:spcPct val="115000"/>
                        </a:lnSpc>
                        <a:spcBef>
                          <a:spcPts val="0"/>
                        </a:spcBef>
                        <a:spcAft>
                          <a:spcPts val="0"/>
                        </a:spcAft>
                      </a:pPr>
                      <a:r>
                        <a:rPr lang="fr-FR" sz="2000" dirty="0" err="1">
                          <a:effectLst/>
                        </a:rPr>
                        <a:t>Luhn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15000"/>
                        </a:lnSpc>
                        <a:spcBef>
                          <a:spcPts val="0"/>
                        </a:spcBef>
                        <a:spcAft>
                          <a:spcPts val="0"/>
                        </a:spcAft>
                      </a:pPr>
                      <a:r>
                        <a:rPr lang="fr-FR" sz="2000" dirty="0">
                          <a:effectLst/>
                        </a:rPr>
                        <a:t>- Moyenne : 0.01ms</a:t>
                      </a:r>
                      <a:endParaRPr lang="en-US" sz="2000" dirty="0">
                        <a:effectLst/>
                      </a:endParaRPr>
                    </a:p>
                  </a:txBody>
                  <a:tcPr marL="68580" marR="68580" marT="0" marB="0"/>
                </a:tc>
                <a:extLst>
                  <a:ext uri="{0D108BD9-81ED-4DB2-BD59-A6C34878D82A}">
                    <a16:rowId xmlns:a16="http://schemas.microsoft.com/office/drawing/2014/main" val="269230603"/>
                  </a:ext>
                </a:extLst>
              </a:tr>
            </a:tbl>
          </a:graphicData>
        </a:graphic>
      </p:graphicFrame>
    </p:spTree>
    <p:extLst>
      <p:ext uri="{BB962C8B-B14F-4D97-AF65-F5344CB8AC3E}">
        <p14:creationId xmlns:p14="http://schemas.microsoft.com/office/powerpoint/2010/main" val="23904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19</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4" name="Table 13">
            <a:extLst>
              <a:ext uri="{FF2B5EF4-FFF2-40B4-BE49-F238E27FC236}">
                <a16:creationId xmlns:a16="http://schemas.microsoft.com/office/drawing/2014/main" id="{E2946C5D-96A1-48A8-A223-E909C9C6F3E3}"/>
              </a:ext>
            </a:extLst>
          </p:cNvPr>
          <p:cNvGraphicFramePr>
            <a:graphicFrameLocks/>
          </p:cNvGraphicFramePr>
          <p:nvPr>
            <p:extLst>
              <p:ext uri="{D42A27DB-BD31-4B8C-83A1-F6EECF244321}">
                <p14:modId xmlns:p14="http://schemas.microsoft.com/office/powerpoint/2010/main" val="2773948509"/>
              </p:ext>
            </p:extLst>
          </p:nvPr>
        </p:nvGraphicFramePr>
        <p:xfrm>
          <a:off x="2991388" y="3282966"/>
          <a:ext cx="8781513" cy="1970977"/>
        </p:xfrm>
        <a:graphic>
          <a:graphicData uri="http://schemas.openxmlformats.org/drawingml/2006/table">
            <a:tbl>
              <a:tblPr firstRow="1" bandRow="1">
                <a:tableStyleId>{5C22544A-7EE6-4342-B048-85BDC9FD1C3A}</a:tableStyleId>
              </a:tblPr>
              <a:tblGrid>
                <a:gridCol w="1717548">
                  <a:extLst>
                    <a:ext uri="{9D8B030D-6E8A-4147-A177-3AD203B41FA5}">
                      <a16:colId xmlns:a16="http://schemas.microsoft.com/office/drawing/2014/main" val="4027718820"/>
                    </a:ext>
                  </a:extLst>
                </a:gridCol>
                <a:gridCol w="1481772">
                  <a:extLst>
                    <a:ext uri="{9D8B030D-6E8A-4147-A177-3AD203B41FA5}">
                      <a16:colId xmlns:a16="http://schemas.microsoft.com/office/drawing/2014/main" val="4053674618"/>
                    </a:ext>
                  </a:extLst>
                </a:gridCol>
                <a:gridCol w="1979954">
                  <a:extLst>
                    <a:ext uri="{9D8B030D-6E8A-4147-A177-3AD203B41FA5}">
                      <a16:colId xmlns:a16="http://schemas.microsoft.com/office/drawing/2014/main" val="2957272016"/>
                    </a:ext>
                  </a:extLst>
                </a:gridCol>
                <a:gridCol w="1024138">
                  <a:extLst>
                    <a:ext uri="{9D8B030D-6E8A-4147-A177-3AD203B41FA5}">
                      <a16:colId xmlns:a16="http://schemas.microsoft.com/office/drawing/2014/main" val="3101976236"/>
                    </a:ext>
                  </a:extLst>
                </a:gridCol>
                <a:gridCol w="2578101">
                  <a:extLst>
                    <a:ext uri="{9D8B030D-6E8A-4147-A177-3AD203B41FA5}">
                      <a16:colId xmlns:a16="http://schemas.microsoft.com/office/drawing/2014/main" val="2475322583"/>
                    </a:ext>
                  </a:extLst>
                </a:gridCol>
              </a:tblGrid>
              <a:tr h="154306">
                <a:tc>
                  <a:txBody>
                    <a:bodyPr/>
                    <a:lstStyle/>
                    <a:p>
                      <a:r>
                        <a:rPr lang="fr-FR" dirty="0"/>
                        <a:t>Modèle </a:t>
                      </a:r>
                      <a:endParaRPr lang="en-US" dirty="0"/>
                    </a:p>
                  </a:txBody>
                  <a:tcPr marL="96792" marR="96792"/>
                </a:tc>
                <a:tc>
                  <a:txBody>
                    <a:bodyPr/>
                    <a:lstStyle/>
                    <a:p>
                      <a:r>
                        <a:rPr lang="fr-FR" dirty="0" err="1"/>
                        <a:t>Accuracy</a:t>
                      </a:r>
                      <a:r>
                        <a:rPr lang="fr-FR" dirty="0"/>
                        <a:t> </a:t>
                      </a:r>
                      <a:endParaRPr lang="en-US" dirty="0"/>
                    </a:p>
                  </a:txBody>
                  <a:tcPr marL="96792" marR="96792"/>
                </a:tc>
                <a:tc>
                  <a:txBody>
                    <a:bodyPr/>
                    <a:lstStyle/>
                    <a:p>
                      <a:r>
                        <a:rPr lang="en-US" dirty="0" err="1"/>
                        <a:t>recall_macro</a:t>
                      </a:r>
                      <a:endParaRPr lang="en-US" dirty="0"/>
                    </a:p>
                  </a:txBody>
                  <a:tcPr marL="96792" marR="96792"/>
                </a:tc>
                <a:tc>
                  <a:txBody>
                    <a:bodyPr/>
                    <a:lstStyle/>
                    <a:p>
                      <a:r>
                        <a:rPr lang="fr-FR" dirty="0"/>
                        <a:t>K-</a:t>
                      </a:r>
                      <a:r>
                        <a:rPr lang="fr-FR" dirty="0" err="1"/>
                        <a:t>fold</a:t>
                      </a:r>
                      <a:endParaRPr lang="en-US" dirty="0"/>
                    </a:p>
                  </a:txBody>
                  <a:tcPr marL="96792" marR="96792"/>
                </a:tc>
                <a:tc>
                  <a:txBody>
                    <a:bodyPr/>
                    <a:lstStyle/>
                    <a:p>
                      <a:r>
                        <a:rPr lang="fr-FR" dirty="0" err="1"/>
                        <a:t>Parameters</a:t>
                      </a:r>
                      <a:r>
                        <a:rPr lang="fr-FR" dirty="0"/>
                        <a:t> </a:t>
                      </a:r>
                      <a:endParaRPr lang="en-US" dirty="0"/>
                    </a:p>
                  </a:txBody>
                  <a:tcPr marL="96792" marR="96792"/>
                </a:tc>
                <a:extLst>
                  <a:ext uri="{0D108BD9-81ED-4DB2-BD59-A6C34878D82A}">
                    <a16:rowId xmlns:a16="http://schemas.microsoft.com/office/drawing/2014/main" val="527286461"/>
                  </a:ext>
                </a:extLst>
              </a:tr>
              <a:tr h="370840">
                <a:tc>
                  <a:txBody>
                    <a:bodyPr/>
                    <a:lstStyle/>
                    <a:p>
                      <a:r>
                        <a:rPr lang="en-US" sz="1800" kern="1200" dirty="0" err="1">
                          <a:solidFill>
                            <a:schemeClr val="dk1"/>
                          </a:solidFill>
                          <a:effectLst/>
                          <a:latin typeface="+mn-lt"/>
                          <a:ea typeface="+mn-ea"/>
                          <a:cs typeface="+mn-cs"/>
                        </a:rPr>
                        <a:t>LinearSVM</a:t>
                      </a:r>
                      <a:r>
                        <a:rPr lang="en-US" sz="1800" kern="1200" dirty="0">
                          <a:solidFill>
                            <a:schemeClr val="dk1"/>
                          </a:solidFill>
                          <a:effectLst/>
                          <a:latin typeface="+mn-lt"/>
                          <a:ea typeface="+mn-ea"/>
                          <a:cs typeface="+mn-cs"/>
                        </a:rPr>
                        <a:t> </a:t>
                      </a:r>
                      <a:endParaRPr lang="en-US" dirty="0"/>
                    </a:p>
                  </a:txBody>
                  <a:tcPr marL="96792" marR="96792"/>
                </a:tc>
                <a:tc>
                  <a:txBody>
                    <a:bodyPr/>
                    <a:lstStyle/>
                    <a:p>
                      <a:r>
                        <a:rPr lang="en-US" sz="1800" kern="1200" dirty="0">
                          <a:solidFill>
                            <a:schemeClr val="dk1"/>
                          </a:solidFill>
                          <a:effectLst/>
                          <a:latin typeface="+mn-lt"/>
                          <a:ea typeface="+mn-ea"/>
                          <a:cs typeface="+mn-cs"/>
                        </a:rPr>
                        <a:t>0.671603  </a:t>
                      </a:r>
                      <a:endParaRPr lang="en-US" dirty="0"/>
                    </a:p>
                  </a:txBody>
                  <a:tcPr marL="96792" marR="96792"/>
                </a:tc>
                <a:tc>
                  <a:txBody>
                    <a:bodyPr/>
                    <a:lstStyle/>
                    <a:p>
                      <a:r>
                        <a:rPr lang="en-US" sz="1800" kern="1200" dirty="0">
                          <a:solidFill>
                            <a:schemeClr val="dk1"/>
                          </a:solidFill>
                          <a:effectLst/>
                          <a:latin typeface="+mn-lt"/>
                          <a:ea typeface="+mn-ea"/>
                          <a:cs typeface="+mn-cs"/>
                        </a:rPr>
                        <a:t>0.019641</a:t>
                      </a:r>
                      <a:endParaRPr lang="en-US" dirty="0"/>
                    </a:p>
                  </a:txBody>
                  <a:tcPr marL="96792" marR="96792"/>
                </a:tc>
                <a:tc>
                  <a:txBody>
                    <a:bodyPr/>
                    <a:lstStyle/>
                    <a:p>
                      <a:r>
                        <a:rPr lang="fr-FR" dirty="0"/>
                        <a:t>10</a:t>
                      </a:r>
                      <a:endParaRPr lang="en-US" dirty="0"/>
                    </a:p>
                  </a:txBody>
                  <a:tcPr marL="96792" marR="967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{'C': 3,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50, '</a:t>
                      </a:r>
                      <a:r>
                        <a:rPr lang="en-US" sz="1800" kern="1200" dirty="0" err="1">
                          <a:solidFill>
                            <a:schemeClr val="dk1"/>
                          </a:solidFill>
                          <a:effectLst/>
                          <a:latin typeface="+mn-lt"/>
                          <a:ea typeface="+mn-ea"/>
                          <a:cs typeface="+mn-cs"/>
                        </a:rPr>
                        <a:t>multi_class</a:t>
                      </a:r>
                      <a:r>
                        <a:rPr lang="en-US" sz="1800" kern="1200" dirty="0">
                          <a:solidFill>
                            <a:schemeClr val="dk1"/>
                          </a:solidFill>
                          <a:effectLst/>
                          <a:latin typeface="+mn-lt"/>
                          <a:ea typeface="+mn-ea"/>
                          <a:cs typeface="+mn-cs"/>
                        </a:rPr>
                        <a:t>': ‘multinomial’}</a:t>
                      </a:r>
                      <a:endParaRPr lang="en-US" dirty="0"/>
                    </a:p>
                  </a:txBody>
                  <a:tcPr marL="96792" marR="96792"/>
                </a:tc>
                <a:extLst>
                  <a:ext uri="{0D108BD9-81ED-4DB2-BD59-A6C34878D82A}">
                    <a16:rowId xmlns:a16="http://schemas.microsoft.com/office/drawing/2014/main" val="2257622587"/>
                  </a:ext>
                </a:extLst>
              </a:tr>
              <a:tr h="1208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La régression Logistique</a:t>
                      </a:r>
                      <a:endParaRPr lang="en-US" dirty="0"/>
                    </a:p>
                  </a:txBody>
                  <a:tcPr marL="96792" marR="96792"/>
                </a:tc>
                <a:tc>
                  <a:txBody>
                    <a:bodyPr/>
                    <a:lstStyle/>
                    <a:p>
                      <a:r>
                        <a:rPr lang="en-US" sz="1800" kern="1200" dirty="0">
                          <a:solidFill>
                            <a:schemeClr val="dk1"/>
                          </a:solidFill>
                          <a:effectLst/>
                          <a:latin typeface="+mn-lt"/>
                          <a:ea typeface="+mn-ea"/>
                          <a:cs typeface="+mn-cs"/>
                        </a:rPr>
                        <a:t>0.677878 </a:t>
                      </a:r>
                      <a:endParaRPr lang="en-US" dirty="0"/>
                    </a:p>
                  </a:txBody>
                  <a:tcPr marL="96792" marR="96792"/>
                </a:tc>
                <a:tc>
                  <a:txBody>
                    <a:bodyPr/>
                    <a:lstStyle/>
                    <a:p>
                      <a:r>
                        <a:rPr lang="en-US" sz="1800" kern="1200">
                          <a:solidFill>
                            <a:schemeClr val="dk1"/>
                          </a:solidFill>
                          <a:effectLst/>
                          <a:latin typeface="+mn-lt"/>
                          <a:ea typeface="+mn-ea"/>
                          <a:cs typeface="+mn-cs"/>
                        </a:rPr>
                        <a:t>0.018271</a:t>
                      </a:r>
                      <a:endParaRPr lang="en-US" dirty="0"/>
                    </a:p>
                  </a:txBody>
                  <a:tcPr marL="96792" marR="96792"/>
                </a:tc>
                <a:tc>
                  <a:txBody>
                    <a:bodyPr/>
                    <a:lstStyle/>
                    <a:p>
                      <a:r>
                        <a:rPr lang="fr-FR" dirty="0"/>
                        <a:t>10</a:t>
                      </a:r>
                      <a:endParaRPr lang="en-US" dirty="0"/>
                    </a:p>
                  </a:txBody>
                  <a:tcPr marL="96792" marR="967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{'C': 19, 'kernel': '</a:t>
                      </a:r>
                      <a:r>
                        <a:rPr lang="en-US" sz="1800" kern="1200" dirty="0" err="1">
                          <a:solidFill>
                            <a:schemeClr val="dk1"/>
                          </a:solidFill>
                          <a:effectLst/>
                          <a:latin typeface="+mn-lt"/>
                          <a:ea typeface="+mn-ea"/>
                          <a:cs typeface="+mn-cs"/>
                        </a:rPr>
                        <a:t>rbf</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max_iter</a:t>
                      </a:r>
                      <a:r>
                        <a:rPr lang="en-US" sz="1800" kern="1200" dirty="0">
                          <a:solidFill>
                            <a:schemeClr val="dk1"/>
                          </a:solidFill>
                          <a:effectLst/>
                          <a:latin typeface="+mn-lt"/>
                          <a:ea typeface="+mn-ea"/>
                          <a:cs typeface="+mn-cs"/>
                        </a:rPr>
                        <a:t>': 400}</a:t>
                      </a:r>
                    </a:p>
                  </a:txBody>
                  <a:tcPr marL="96792" marR="96792"/>
                </a:tc>
                <a:extLst>
                  <a:ext uri="{0D108BD9-81ED-4DB2-BD59-A6C34878D82A}">
                    <a16:rowId xmlns:a16="http://schemas.microsoft.com/office/drawing/2014/main" val="3655364230"/>
                  </a:ext>
                </a:extLst>
              </a:tr>
            </a:tbl>
          </a:graphicData>
        </a:graphic>
      </p:graphicFrame>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187742"/>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192320" y="1306608"/>
            <a:ext cx="1861407"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Evaluation</a:t>
            </a:r>
          </a:p>
        </p:txBody>
      </p:sp>
      <p:sp>
        <p:nvSpPr>
          <p:cNvPr id="18" name="Rectangle 17">
            <a:extLst>
              <a:ext uri="{FF2B5EF4-FFF2-40B4-BE49-F238E27FC236}">
                <a16:creationId xmlns:a16="http://schemas.microsoft.com/office/drawing/2014/main" id="{EDE3A1A3-0EDE-4FEE-997F-46B09A5B6B68}"/>
              </a:ext>
            </a:extLst>
          </p:cNvPr>
          <p:cNvSpPr/>
          <p:nvPr/>
        </p:nvSpPr>
        <p:spPr>
          <a:xfrm>
            <a:off x="3268209" y="2642135"/>
            <a:ext cx="3310522"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Modèle de classification</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2991388" y="2769153"/>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74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20</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187742"/>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192320" y="1306608"/>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3268209" y="2642135"/>
            <a:ext cx="1970411"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Outils utilisés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2991388" y="2769153"/>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pic>
        <p:nvPicPr>
          <p:cNvPr id="16" name="Content Placeholder 3">
            <a:extLst>
              <a:ext uri="{FF2B5EF4-FFF2-40B4-BE49-F238E27FC236}">
                <a16:creationId xmlns:a16="http://schemas.microsoft.com/office/drawing/2014/main" id="{CF0B3BD4-5C19-47EE-9098-D410F2B9C439}"/>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4945662" y="4756226"/>
            <a:ext cx="1303526" cy="1303526"/>
          </a:xfrm>
          <a:prstGeom prst="rect">
            <a:avLst/>
          </a:prstGeom>
        </p:spPr>
      </p:pic>
      <p:pic>
        <p:nvPicPr>
          <p:cNvPr id="20" name="Picture 19">
            <a:extLst>
              <a:ext uri="{FF2B5EF4-FFF2-40B4-BE49-F238E27FC236}">
                <a16:creationId xmlns:a16="http://schemas.microsoft.com/office/drawing/2014/main" id="{7693D743-1F97-439D-8054-35C054CBEAB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43335" y="5033926"/>
            <a:ext cx="2605431" cy="705679"/>
          </a:xfrm>
          <a:prstGeom prst="rect">
            <a:avLst/>
          </a:prstGeom>
        </p:spPr>
      </p:pic>
      <p:pic>
        <p:nvPicPr>
          <p:cNvPr id="21" name="Picture 20">
            <a:extLst>
              <a:ext uri="{FF2B5EF4-FFF2-40B4-BE49-F238E27FC236}">
                <a16:creationId xmlns:a16="http://schemas.microsoft.com/office/drawing/2014/main" id="{308873E3-57F9-4A4B-8C10-70C02754E19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93071" y="4740765"/>
            <a:ext cx="2190046" cy="1231667"/>
          </a:xfrm>
          <a:prstGeom prst="rect">
            <a:avLst/>
          </a:prstGeom>
        </p:spPr>
      </p:pic>
      <p:pic>
        <p:nvPicPr>
          <p:cNvPr id="22" name="Picture 21">
            <a:extLst>
              <a:ext uri="{FF2B5EF4-FFF2-40B4-BE49-F238E27FC236}">
                <a16:creationId xmlns:a16="http://schemas.microsoft.com/office/drawing/2014/main" id="{28BC694A-CBC3-42C0-858A-B3AC5AA702B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09004" y="3292045"/>
            <a:ext cx="1231668" cy="1231668"/>
          </a:xfrm>
          <a:prstGeom prst="rect">
            <a:avLst/>
          </a:prstGeom>
        </p:spPr>
      </p:pic>
      <p:pic>
        <p:nvPicPr>
          <p:cNvPr id="23" name="Picture 22">
            <a:extLst>
              <a:ext uri="{FF2B5EF4-FFF2-40B4-BE49-F238E27FC236}">
                <a16:creationId xmlns:a16="http://schemas.microsoft.com/office/drawing/2014/main" id="{EF66E4D6-C9AA-4091-99A6-917790A24E8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84234" y="3297176"/>
            <a:ext cx="807720" cy="1166495"/>
          </a:xfrm>
          <a:prstGeom prst="rect">
            <a:avLst/>
          </a:prstGeom>
        </p:spPr>
      </p:pic>
      <p:pic>
        <p:nvPicPr>
          <p:cNvPr id="24" name="Picture 23">
            <a:extLst>
              <a:ext uri="{FF2B5EF4-FFF2-40B4-BE49-F238E27FC236}">
                <a16:creationId xmlns:a16="http://schemas.microsoft.com/office/drawing/2014/main" id="{468591CB-FD0E-40A1-9AFB-A93F6C1EFD3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89875" y="3674960"/>
            <a:ext cx="2958891" cy="788711"/>
          </a:xfrm>
          <a:prstGeom prst="rect">
            <a:avLst/>
          </a:prstGeom>
        </p:spPr>
      </p:pic>
    </p:spTree>
    <p:extLst>
      <p:ext uri="{BB962C8B-B14F-4D97-AF65-F5344CB8AC3E}">
        <p14:creationId xmlns:p14="http://schemas.microsoft.com/office/powerpoint/2010/main" val="282583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21</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8648" y="975973"/>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pic>
        <p:nvPicPr>
          <p:cNvPr id="25" name="Content Placeholder 3">
            <a:extLst>
              <a:ext uri="{FF2B5EF4-FFF2-40B4-BE49-F238E27FC236}">
                <a16:creationId xmlns:a16="http://schemas.microsoft.com/office/drawing/2014/main" id="{5EE6BBA6-E5FA-46E3-AA55-17140466A94A}"/>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3210500" y="2635181"/>
            <a:ext cx="2499139" cy="3765550"/>
          </a:xfrm>
          <a:prstGeom prst="rect">
            <a:avLst/>
          </a:prstGeom>
        </p:spPr>
      </p:pic>
      <p:pic>
        <p:nvPicPr>
          <p:cNvPr id="27" name="Picture 26">
            <a:extLst>
              <a:ext uri="{FF2B5EF4-FFF2-40B4-BE49-F238E27FC236}">
                <a16:creationId xmlns:a16="http://schemas.microsoft.com/office/drawing/2014/main" id="{736176C5-2BCD-40EF-97FE-6E9B07EEE23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36964" y="2447477"/>
            <a:ext cx="2357765" cy="3765550"/>
          </a:xfrm>
          <a:prstGeom prst="rect">
            <a:avLst/>
          </a:prstGeom>
        </p:spPr>
      </p:pic>
      <p:sp>
        <p:nvSpPr>
          <p:cNvPr id="28" name="TextBox 27">
            <a:extLst>
              <a:ext uri="{FF2B5EF4-FFF2-40B4-BE49-F238E27FC236}">
                <a16:creationId xmlns:a16="http://schemas.microsoft.com/office/drawing/2014/main" id="{6B66570D-70B7-47C6-B65E-1673A123E02F}"/>
              </a:ext>
            </a:extLst>
          </p:cNvPr>
          <p:cNvSpPr txBox="1"/>
          <p:nvPr/>
        </p:nvSpPr>
        <p:spPr>
          <a:xfrm>
            <a:off x="6137690" y="1889234"/>
            <a:ext cx="3956311" cy="646331"/>
          </a:xfrm>
          <a:prstGeom prst="rect">
            <a:avLst/>
          </a:prstGeom>
          <a:noFill/>
        </p:spPr>
        <p:txBody>
          <a:bodyPr wrap="square" rtlCol="0">
            <a:spAutoFit/>
          </a:bodyPr>
          <a:lstStyle/>
          <a:p>
            <a:pPr algn="ctr"/>
            <a:r>
              <a:rPr lang="fr-FR" b="1" dirty="0">
                <a:solidFill>
                  <a:schemeClr val="bg2">
                    <a:lumMod val="25000"/>
                  </a:schemeClr>
                </a:solidFill>
              </a:rPr>
              <a:t>L’interface </a:t>
            </a:r>
          </a:p>
          <a:p>
            <a:pPr algn="ctr"/>
            <a:r>
              <a:rPr lang="fr-FR" b="1" dirty="0">
                <a:solidFill>
                  <a:schemeClr val="bg2">
                    <a:lumMod val="25000"/>
                  </a:schemeClr>
                </a:solidFill>
              </a:rPr>
              <a:t>de l’inscription</a:t>
            </a:r>
            <a:endParaRPr lang="en-US" b="1" dirty="0">
              <a:solidFill>
                <a:schemeClr val="bg2">
                  <a:lumMod val="25000"/>
                </a:schemeClr>
              </a:solidFill>
            </a:endParaRPr>
          </a:p>
        </p:txBody>
      </p:sp>
      <p:pic>
        <p:nvPicPr>
          <p:cNvPr id="6" name="Picture 5">
            <a:extLst>
              <a:ext uri="{FF2B5EF4-FFF2-40B4-BE49-F238E27FC236}">
                <a16:creationId xmlns:a16="http://schemas.microsoft.com/office/drawing/2014/main" id="{95B3E416-B3DB-4DA5-9CA3-1E92A37F246B}"/>
              </a:ext>
            </a:extLst>
          </p:cNvPr>
          <p:cNvPicPr>
            <a:picLocks noChangeAspect="1"/>
          </p:cNvPicPr>
          <p:nvPr/>
        </p:nvPicPr>
        <p:blipFill>
          <a:blip r:embed="rId6"/>
          <a:stretch>
            <a:fillRect/>
          </a:stretch>
        </p:blipFill>
        <p:spPr>
          <a:xfrm>
            <a:off x="2481745" y="1937684"/>
            <a:ext cx="3956647" cy="768163"/>
          </a:xfrm>
          <a:prstGeom prst="rect">
            <a:avLst/>
          </a:prstGeom>
        </p:spPr>
      </p:pic>
    </p:spTree>
    <p:extLst>
      <p:ext uri="{BB962C8B-B14F-4D97-AF65-F5344CB8AC3E}">
        <p14:creationId xmlns:p14="http://schemas.microsoft.com/office/powerpoint/2010/main" val="400996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22</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983FD97C-0387-42D5-AE43-8C04FA2F7C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65330" y="2215412"/>
            <a:ext cx="7813939" cy="4200736"/>
          </a:xfrm>
          <a:prstGeom prst="rect">
            <a:avLst/>
          </a:prstGeom>
        </p:spPr>
      </p:pic>
      <p:sp>
        <p:nvSpPr>
          <p:cNvPr id="21" name="TextBox 20">
            <a:extLst>
              <a:ext uri="{FF2B5EF4-FFF2-40B4-BE49-F238E27FC236}">
                <a16:creationId xmlns:a16="http://schemas.microsoft.com/office/drawing/2014/main" id="{5C5C9B37-3C82-4380-877D-3FDBA8A4117E}"/>
              </a:ext>
            </a:extLst>
          </p:cNvPr>
          <p:cNvSpPr txBox="1"/>
          <p:nvPr/>
        </p:nvSpPr>
        <p:spPr>
          <a:xfrm>
            <a:off x="2870200" y="1872344"/>
            <a:ext cx="3230905" cy="378097"/>
          </a:xfrm>
          <a:prstGeom prst="rect">
            <a:avLst/>
          </a:prstGeom>
          <a:noFill/>
        </p:spPr>
        <p:txBody>
          <a:bodyPr wrap="square" rtlCol="0">
            <a:spAutoFit/>
          </a:bodyPr>
          <a:lstStyle/>
          <a:p>
            <a:pPr algn="ctr"/>
            <a:r>
              <a:rPr lang="fr-FR" b="1" dirty="0">
                <a:solidFill>
                  <a:schemeClr val="bg2">
                    <a:lumMod val="25000"/>
                  </a:schemeClr>
                </a:solidFill>
              </a:rPr>
              <a:t>L’interface de </a:t>
            </a:r>
            <a:r>
              <a:rPr lang="fr-FR" b="1" dirty="0" err="1">
                <a:solidFill>
                  <a:schemeClr val="bg2">
                    <a:lumMod val="25000"/>
                  </a:schemeClr>
                </a:solidFill>
              </a:rPr>
              <a:t>dashboard</a:t>
            </a:r>
            <a:endParaRPr lang="en-US" b="1" dirty="0">
              <a:solidFill>
                <a:schemeClr val="bg2">
                  <a:lumMod val="25000"/>
                </a:schemeClr>
              </a:solidFill>
            </a:endParaRPr>
          </a:p>
        </p:txBody>
      </p:sp>
    </p:spTree>
    <p:extLst>
      <p:ext uri="{BB962C8B-B14F-4D97-AF65-F5344CB8AC3E}">
        <p14:creationId xmlns:p14="http://schemas.microsoft.com/office/powerpoint/2010/main" val="188902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23</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C5C9B37-3C82-4380-877D-3FDBA8A4117E}"/>
              </a:ext>
            </a:extLst>
          </p:cNvPr>
          <p:cNvSpPr txBox="1"/>
          <p:nvPr/>
        </p:nvSpPr>
        <p:spPr>
          <a:xfrm>
            <a:off x="2813628" y="1972442"/>
            <a:ext cx="4412672" cy="369332"/>
          </a:xfrm>
          <a:prstGeom prst="rect">
            <a:avLst/>
          </a:prstGeom>
          <a:noFill/>
        </p:spPr>
        <p:txBody>
          <a:bodyPr wrap="square" rtlCol="0">
            <a:spAutoFit/>
          </a:bodyPr>
          <a:lstStyle/>
          <a:p>
            <a:pPr algn="ctr"/>
            <a:r>
              <a:rPr lang="fr-FR" b="1" dirty="0">
                <a:solidFill>
                  <a:schemeClr val="bg2">
                    <a:lumMod val="25000"/>
                  </a:schemeClr>
                </a:solidFill>
              </a:rPr>
              <a:t>L’interface de thématiques choisies</a:t>
            </a:r>
            <a:endParaRPr lang="en-US" b="1" dirty="0">
              <a:solidFill>
                <a:schemeClr val="bg2">
                  <a:lumMod val="25000"/>
                </a:schemeClr>
              </a:solidFill>
            </a:endParaRPr>
          </a:p>
        </p:txBody>
      </p:sp>
      <p:pic>
        <p:nvPicPr>
          <p:cNvPr id="14" name="Picture 13">
            <a:extLst>
              <a:ext uri="{FF2B5EF4-FFF2-40B4-BE49-F238E27FC236}">
                <a16:creationId xmlns:a16="http://schemas.microsoft.com/office/drawing/2014/main" id="{0B509D41-6BF7-4906-A360-4EF3C808E1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71801" y="2308773"/>
            <a:ext cx="8171131" cy="3833860"/>
          </a:xfrm>
          <a:prstGeom prst="rect">
            <a:avLst/>
          </a:prstGeom>
        </p:spPr>
      </p:pic>
    </p:spTree>
    <p:extLst>
      <p:ext uri="{BB962C8B-B14F-4D97-AF65-F5344CB8AC3E}">
        <p14:creationId xmlns:p14="http://schemas.microsoft.com/office/powerpoint/2010/main" val="345615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24</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C5C9B37-3C82-4380-877D-3FDBA8A4117E}"/>
              </a:ext>
            </a:extLst>
          </p:cNvPr>
          <p:cNvSpPr txBox="1"/>
          <p:nvPr/>
        </p:nvSpPr>
        <p:spPr>
          <a:xfrm>
            <a:off x="2870200" y="1872344"/>
            <a:ext cx="4457700" cy="369332"/>
          </a:xfrm>
          <a:prstGeom prst="rect">
            <a:avLst/>
          </a:prstGeom>
          <a:noFill/>
        </p:spPr>
        <p:txBody>
          <a:bodyPr wrap="square" rtlCol="0">
            <a:spAutoFit/>
          </a:bodyPr>
          <a:lstStyle/>
          <a:p>
            <a:pPr algn="ctr"/>
            <a:r>
              <a:rPr lang="fr-FR" b="1" dirty="0">
                <a:solidFill>
                  <a:schemeClr val="bg2">
                    <a:lumMod val="25000"/>
                  </a:schemeClr>
                </a:solidFill>
              </a:rPr>
              <a:t>L’interface d’actualités d’aujourd’hui</a:t>
            </a:r>
            <a:endParaRPr lang="en-US" b="1" dirty="0">
              <a:solidFill>
                <a:schemeClr val="bg2">
                  <a:lumMod val="25000"/>
                </a:schemeClr>
              </a:solidFill>
            </a:endParaRPr>
          </a:p>
        </p:txBody>
      </p:sp>
      <p:pic>
        <p:nvPicPr>
          <p:cNvPr id="14" name="Picture 13">
            <a:extLst>
              <a:ext uri="{FF2B5EF4-FFF2-40B4-BE49-F238E27FC236}">
                <a16:creationId xmlns:a16="http://schemas.microsoft.com/office/drawing/2014/main" id="{CE275EA6-C966-4FC4-947A-FEE9D07569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54454" y="2300007"/>
            <a:ext cx="8248546" cy="3809323"/>
          </a:xfrm>
          <a:prstGeom prst="rect">
            <a:avLst/>
          </a:prstGeom>
        </p:spPr>
      </p:pic>
    </p:spTree>
    <p:extLst>
      <p:ext uri="{BB962C8B-B14F-4D97-AF65-F5344CB8AC3E}">
        <p14:creationId xmlns:p14="http://schemas.microsoft.com/office/powerpoint/2010/main" val="1067252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25</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C5C9B37-3C82-4380-877D-3FDBA8A4117E}"/>
              </a:ext>
            </a:extLst>
          </p:cNvPr>
          <p:cNvSpPr txBox="1"/>
          <p:nvPr/>
        </p:nvSpPr>
        <p:spPr>
          <a:xfrm>
            <a:off x="2870200" y="1872344"/>
            <a:ext cx="4229100" cy="369332"/>
          </a:xfrm>
          <a:prstGeom prst="rect">
            <a:avLst/>
          </a:prstGeom>
          <a:noFill/>
        </p:spPr>
        <p:txBody>
          <a:bodyPr wrap="square" rtlCol="0">
            <a:spAutoFit/>
          </a:bodyPr>
          <a:lstStyle/>
          <a:p>
            <a:pPr algn="ctr"/>
            <a:r>
              <a:rPr lang="fr-FR" b="1" dirty="0">
                <a:solidFill>
                  <a:schemeClr val="bg2">
                    <a:lumMod val="25000"/>
                  </a:schemeClr>
                </a:solidFill>
              </a:rPr>
              <a:t>L’interface de toutes les actualités</a:t>
            </a:r>
            <a:endParaRPr lang="en-US" b="1" dirty="0">
              <a:solidFill>
                <a:schemeClr val="bg2">
                  <a:lumMod val="25000"/>
                </a:schemeClr>
              </a:solidFill>
            </a:endParaRPr>
          </a:p>
        </p:txBody>
      </p:sp>
      <p:pic>
        <p:nvPicPr>
          <p:cNvPr id="14" name="Picture 13">
            <a:extLst>
              <a:ext uri="{FF2B5EF4-FFF2-40B4-BE49-F238E27FC236}">
                <a16:creationId xmlns:a16="http://schemas.microsoft.com/office/drawing/2014/main" id="{FE2962E8-2CD6-4DBE-BD80-E292F943FE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83665" y="2322889"/>
            <a:ext cx="8117735" cy="3753644"/>
          </a:xfrm>
          <a:prstGeom prst="rect">
            <a:avLst/>
          </a:prstGeom>
        </p:spPr>
      </p:pic>
    </p:spTree>
    <p:extLst>
      <p:ext uri="{BB962C8B-B14F-4D97-AF65-F5344CB8AC3E}">
        <p14:creationId xmlns:p14="http://schemas.microsoft.com/office/powerpoint/2010/main" val="3172271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26</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C5C9B37-3C82-4380-877D-3FDBA8A4117E}"/>
              </a:ext>
            </a:extLst>
          </p:cNvPr>
          <p:cNvSpPr txBox="1"/>
          <p:nvPr/>
        </p:nvSpPr>
        <p:spPr>
          <a:xfrm>
            <a:off x="2870200" y="1872344"/>
            <a:ext cx="3962400" cy="646331"/>
          </a:xfrm>
          <a:prstGeom prst="rect">
            <a:avLst/>
          </a:prstGeom>
          <a:noFill/>
        </p:spPr>
        <p:txBody>
          <a:bodyPr wrap="square" rtlCol="0">
            <a:spAutoFit/>
          </a:bodyPr>
          <a:lstStyle/>
          <a:p>
            <a:pPr algn="ctr"/>
            <a:r>
              <a:rPr lang="fr-FR" b="1" dirty="0">
                <a:solidFill>
                  <a:schemeClr val="bg2">
                    <a:lumMod val="25000"/>
                  </a:schemeClr>
                </a:solidFill>
              </a:rPr>
              <a:t>L’interface d’ajout d’un nouveau commercial</a:t>
            </a:r>
            <a:endParaRPr lang="en-US" b="1" dirty="0">
              <a:solidFill>
                <a:schemeClr val="bg2">
                  <a:lumMod val="25000"/>
                </a:schemeClr>
              </a:solidFill>
            </a:endParaRPr>
          </a:p>
        </p:txBody>
      </p:sp>
      <p:pic>
        <p:nvPicPr>
          <p:cNvPr id="20" name="Content Placeholder 3">
            <a:extLst>
              <a:ext uri="{FF2B5EF4-FFF2-40B4-BE49-F238E27FC236}">
                <a16:creationId xmlns:a16="http://schemas.microsoft.com/office/drawing/2014/main" id="{1A06196D-9871-4958-8AB8-9E0F44930F5E}"/>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995024" y="2475137"/>
            <a:ext cx="3882518" cy="3981595"/>
          </a:xfrm>
          <a:prstGeom prst="rect">
            <a:avLst/>
          </a:prstGeom>
        </p:spPr>
      </p:pic>
      <p:sp>
        <p:nvSpPr>
          <p:cNvPr id="22" name="TextBox 21">
            <a:extLst>
              <a:ext uri="{FF2B5EF4-FFF2-40B4-BE49-F238E27FC236}">
                <a16:creationId xmlns:a16="http://schemas.microsoft.com/office/drawing/2014/main" id="{68F4C018-5D90-4B7B-A313-2F67BE68DD29}"/>
              </a:ext>
            </a:extLst>
          </p:cNvPr>
          <p:cNvSpPr txBox="1"/>
          <p:nvPr/>
        </p:nvSpPr>
        <p:spPr>
          <a:xfrm>
            <a:off x="6889110" y="1840102"/>
            <a:ext cx="3962400" cy="646331"/>
          </a:xfrm>
          <a:prstGeom prst="rect">
            <a:avLst/>
          </a:prstGeom>
          <a:noFill/>
        </p:spPr>
        <p:txBody>
          <a:bodyPr wrap="square" rtlCol="0">
            <a:spAutoFit/>
          </a:bodyPr>
          <a:lstStyle/>
          <a:p>
            <a:pPr algn="ctr"/>
            <a:r>
              <a:rPr lang="fr-FR" b="1" dirty="0">
                <a:solidFill>
                  <a:schemeClr val="bg2">
                    <a:lumMod val="25000"/>
                  </a:schemeClr>
                </a:solidFill>
              </a:rPr>
              <a:t>L’interface de modification de l’utilisateur</a:t>
            </a:r>
            <a:endParaRPr lang="en-US" b="1" dirty="0">
              <a:solidFill>
                <a:schemeClr val="bg2">
                  <a:lumMod val="25000"/>
                </a:schemeClr>
              </a:solidFill>
            </a:endParaRPr>
          </a:p>
        </p:txBody>
      </p:sp>
      <p:pic>
        <p:nvPicPr>
          <p:cNvPr id="23" name="Content Placeholder 4">
            <a:extLst>
              <a:ext uri="{FF2B5EF4-FFF2-40B4-BE49-F238E27FC236}">
                <a16:creationId xmlns:a16="http://schemas.microsoft.com/office/drawing/2014/main" id="{B0DAE994-CEA9-4492-91C6-20C994E349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4991" y="2455103"/>
            <a:ext cx="3756519" cy="3901700"/>
          </a:xfrm>
          <a:prstGeom prst="rect">
            <a:avLst/>
          </a:prstGeom>
        </p:spPr>
      </p:pic>
    </p:spTree>
    <p:extLst>
      <p:ext uri="{BB962C8B-B14F-4D97-AF65-F5344CB8AC3E}">
        <p14:creationId xmlns:p14="http://schemas.microsoft.com/office/powerpoint/2010/main" val="3809246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a:xfrm>
            <a:off x="2971801" y="192929"/>
            <a:ext cx="9220199" cy="586111"/>
          </a:xfrm>
          <a:prstGeom prst="rect">
            <a:avLst/>
          </a:prstGeom>
          <a:solidFill>
            <a:srgbClr val="0080C0"/>
          </a:solidFill>
        </p:spPr>
        <p:txBody>
          <a:bodyPr vert="horz" lIns="163275" tIns="81638" rIns="163275" bIns="81638" rtlCol="0" anchor="ctr">
            <a:noAutofit/>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Évaluation et déploiement </a:t>
            </a:r>
          </a:p>
        </p:txBody>
      </p:sp>
      <p:sp>
        <p:nvSpPr>
          <p:cNvPr id="29" name="Text Box 19"/>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3" name="Espace réservé du numéro de diapositive 2"/>
          <p:cNvSpPr>
            <a:spLocks noGrp="1"/>
          </p:cNvSpPr>
          <p:nvPr>
            <p:ph type="sldNum" sz="quarter" idx="12"/>
          </p:nvPr>
        </p:nvSpPr>
        <p:spPr/>
        <p:txBody>
          <a:bodyPr/>
          <a:lstStyle/>
          <a:p>
            <a:pPr marL="25400">
              <a:spcBef>
                <a:spcPts val="165"/>
              </a:spcBef>
            </a:pPr>
            <a:fld id="{769C2F7F-9658-46AF-AC18-45541DF4D35C}" type="slidenum">
              <a:rPr lang="fr-FR" altLang="fr-FR" b="1" smtClean="0"/>
              <a:pPr marL="25400">
                <a:spcBef>
                  <a:spcPts val="165"/>
                </a:spcBef>
              </a:pPr>
              <a:t>27</a:t>
            </a:fld>
            <a:endParaRPr lang="fr-FR" altLang="fr-FR" b="1" dirty="0"/>
          </a:p>
        </p:txBody>
      </p:sp>
      <p:sp>
        <p:nvSpPr>
          <p:cNvPr id="4" name="Rectangle 3"/>
          <p:cNvSpPr/>
          <p:nvPr/>
        </p:nvSpPr>
        <p:spPr>
          <a:xfrm>
            <a:off x="0" y="6465585"/>
            <a:ext cx="10958072" cy="784830"/>
          </a:xfrm>
          <a:prstGeom prst="rect">
            <a:avLst/>
          </a:prstGeom>
        </p:spPr>
        <p:txBody>
          <a:bodyPr wrap="square">
            <a:spAutoFit/>
          </a:bodyPr>
          <a:lstStyle/>
          <a:p>
            <a:pPr>
              <a:spcBef>
                <a:spcPct val="50000"/>
              </a:spcBef>
            </a:pPr>
            <a:r>
              <a:rPr lang="fr-FR" b="1" dirty="0">
                <a:solidFill>
                  <a:schemeClr val="bg1">
                    <a:lumMod val="85000"/>
                  </a:schemeClr>
                </a:solidFill>
              </a:rPr>
              <a:t>Détection des tendances émergentes dans l’exploration de données textuelles</a:t>
            </a:r>
          </a:p>
          <a:p>
            <a:pPr>
              <a:spcBef>
                <a:spcPct val="50000"/>
              </a:spcBef>
            </a:pPr>
            <a:endParaRPr lang="fr-FR" b="1" dirty="0">
              <a:solidFill>
                <a:schemeClr val="bg1">
                  <a:lumMod val="85000"/>
                </a:schemeClr>
              </a:solidFill>
            </a:endParaRPr>
          </a:p>
        </p:txBody>
      </p:sp>
      <p:sp>
        <p:nvSpPr>
          <p:cNvPr id="13" name="Line 9"/>
          <p:cNvSpPr>
            <a:spLocks noChangeShapeType="1"/>
          </p:cNvSpPr>
          <p:nvPr/>
        </p:nvSpPr>
        <p:spPr bwMode="auto">
          <a:xfrm flipV="1">
            <a:off x="2991388" y="8007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Line 7"/>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pic>
        <p:nvPicPr>
          <p:cNvPr id="15" name="Image 28">
            <a:extLst>
              <a:ext uri="{FF2B5EF4-FFF2-40B4-BE49-F238E27FC236}">
                <a16:creationId xmlns:a16="http://schemas.microsoft.com/office/drawing/2014/main" id="{523454DD-DFC2-4360-8D29-C6893D64C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388" y="962937"/>
            <a:ext cx="7916632" cy="1042506"/>
          </a:xfrm>
          <a:prstGeom prst="rect">
            <a:avLst/>
          </a:prstGeom>
        </p:spPr>
      </p:pic>
      <p:sp>
        <p:nvSpPr>
          <p:cNvPr id="17" name="Rectangle 16">
            <a:extLst>
              <a:ext uri="{FF2B5EF4-FFF2-40B4-BE49-F238E27FC236}">
                <a16:creationId xmlns:a16="http://schemas.microsoft.com/office/drawing/2014/main" id="{17A993EE-9E0F-49E9-9D78-D5DE073D53C2}"/>
              </a:ext>
            </a:extLst>
          </p:cNvPr>
          <p:cNvSpPr/>
          <p:nvPr/>
        </p:nvSpPr>
        <p:spPr>
          <a:xfrm>
            <a:off x="3210500" y="1137979"/>
            <a:ext cx="2119491" cy="523220"/>
          </a:xfrm>
          <a:prstGeom prst="rect">
            <a:avLst/>
          </a:prstGeom>
        </p:spPr>
        <p:txBody>
          <a:bodyPr wrap="none">
            <a:spAutoFit/>
          </a:bodyPr>
          <a:lstStyle/>
          <a:p>
            <a:r>
              <a:rPr lang="fr-FR" sz="2800" b="1" dirty="0">
                <a:solidFill>
                  <a:schemeClr val="bg1"/>
                </a:solidFill>
                <a:latin typeface="Times New Roman" panose="02020603050405020304" pitchFamily="18" charset="0"/>
                <a:cs typeface="Times New Roman" panose="02020603050405020304" pitchFamily="18" charset="0"/>
              </a:rPr>
              <a:t>Déploiement</a:t>
            </a:r>
          </a:p>
        </p:txBody>
      </p:sp>
      <p:sp>
        <p:nvSpPr>
          <p:cNvPr id="18" name="Rectangle 17">
            <a:extLst>
              <a:ext uri="{FF2B5EF4-FFF2-40B4-BE49-F238E27FC236}">
                <a16:creationId xmlns:a16="http://schemas.microsoft.com/office/drawing/2014/main" id="{EDE3A1A3-0EDE-4FEE-997F-46B09A5B6B68}"/>
              </a:ext>
            </a:extLst>
          </p:cNvPr>
          <p:cNvSpPr/>
          <p:nvPr/>
        </p:nvSpPr>
        <p:spPr>
          <a:xfrm>
            <a:off x="601209" y="3388219"/>
            <a:ext cx="2004075" cy="461665"/>
          </a:xfrm>
          <a:prstGeom prst="rect">
            <a:avLst/>
          </a:prstGeom>
        </p:spPr>
        <p:txBody>
          <a:bodyPr wrap="none">
            <a:spAutoFit/>
          </a:bodyPr>
          <a:lstStyle/>
          <a:p>
            <a:r>
              <a:rPr lang="fr-FR" sz="2400" b="1" dirty="0">
                <a:solidFill>
                  <a:schemeClr val="accent5">
                    <a:lumMod val="75000"/>
                  </a:schemeClr>
                </a:solidFill>
                <a:latin typeface="Times New Roman" pitchFamily="18" charset="0"/>
                <a:cs typeface="Times New Roman" pitchFamily="18" charset="0"/>
              </a:rPr>
              <a:t>Les interfaces</a:t>
            </a:r>
            <a:endParaRPr lang="en-US" sz="2400" b="1" dirty="0">
              <a:solidFill>
                <a:schemeClr val="accent5">
                  <a:lumMod val="75000"/>
                </a:schemeClr>
              </a:solidFill>
              <a:latin typeface="Times New Roman" pitchFamily="18" charset="0"/>
              <a:cs typeface="Times New Roman" pitchFamily="18" charset="0"/>
            </a:endParaRPr>
          </a:p>
        </p:txBody>
      </p:sp>
      <p:sp>
        <p:nvSpPr>
          <p:cNvPr id="19" name="Cadre 11">
            <a:extLst>
              <a:ext uri="{FF2B5EF4-FFF2-40B4-BE49-F238E27FC236}">
                <a16:creationId xmlns:a16="http://schemas.microsoft.com/office/drawing/2014/main" id="{D8388671-A220-4D74-BF97-DE5109021E5B}"/>
              </a:ext>
            </a:extLst>
          </p:cNvPr>
          <p:cNvSpPr/>
          <p:nvPr/>
        </p:nvSpPr>
        <p:spPr>
          <a:xfrm>
            <a:off x="324388" y="3515237"/>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C5C9B37-3C82-4380-877D-3FDBA8A4117E}"/>
              </a:ext>
            </a:extLst>
          </p:cNvPr>
          <p:cNvSpPr txBox="1"/>
          <p:nvPr/>
        </p:nvSpPr>
        <p:spPr>
          <a:xfrm>
            <a:off x="2945356" y="1872344"/>
            <a:ext cx="4229100" cy="369332"/>
          </a:xfrm>
          <a:prstGeom prst="rect">
            <a:avLst/>
          </a:prstGeom>
          <a:noFill/>
        </p:spPr>
        <p:txBody>
          <a:bodyPr wrap="square" rtlCol="0">
            <a:spAutoFit/>
          </a:bodyPr>
          <a:lstStyle/>
          <a:p>
            <a:r>
              <a:rPr lang="fr-FR" b="1" dirty="0">
                <a:solidFill>
                  <a:schemeClr val="bg2">
                    <a:lumMod val="25000"/>
                  </a:schemeClr>
                </a:solidFill>
              </a:rPr>
              <a:t>L’interface de Profil</a:t>
            </a:r>
            <a:endParaRPr lang="en-US" b="1" dirty="0">
              <a:solidFill>
                <a:schemeClr val="bg2">
                  <a:lumMod val="25000"/>
                </a:schemeClr>
              </a:solidFill>
            </a:endParaRPr>
          </a:p>
        </p:txBody>
      </p:sp>
      <p:pic>
        <p:nvPicPr>
          <p:cNvPr id="16" name="Content Placeholder 3">
            <a:extLst>
              <a:ext uri="{FF2B5EF4-FFF2-40B4-BE49-F238E27FC236}">
                <a16:creationId xmlns:a16="http://schemas.microsoft.com/office/drawing/2014/main" id="{6367D92C-CED4-41AE-B9FB-164CF929191F}"/>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3052888" y="2241676"/>
            <a:ext cx="7816724" cy="3958167"/>
          </a:xfrm>
          <a:prstGeom prst="rect">
            <a:avLst/>
          </a:prstGeom>
        </p:spPr>
      </p:pic>
    </p:spTree>
    <p:extLst>
      <p:ext uri="{BB962C8B-B14F-4D97-AF65-F5344CB8AC3E}">
        <p14:creationId xmlns:p14="http://schemas.microsoft.com/office/powerpoint/2010/main" val="2963717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a:xfrm>
            <a:off x="2971800" y="80596"/>
            <a:ext cx="9220199" cy="533400"/>
          </a:xfrm>
          <a:prstGeom prst="rect">
            <a:avLst/>
          </a:prstGeom>
          <a:solidFill>
            <a:srgbClr val="0080C0"/>
          </a:solidFill>
        </p:spPr>
        <p:txBody>
          <a:bodyPr anchor="ct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Conclusion générale et perspective</a:t>
            </a:r>
          </a:p>
        </p:txBody>
      </p:sp>
      <p:sp>
        <p:nvSpPr>
          <p:cNvPr id="14" name="Line 9"/>
          <p:cNvSpPr>
            <a:spLocks noChangeShapeType="1"/>
          </p:cNvSpPr>
          <p:nvPr/>
        </p:nvSpPr>
        <p:spPr bwMode="auto">
          <a:xfrm flipV="1">
            <a:off x="2935048" y="657904"/>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dirty="0"/>
          </a:p>
        </p:txBody>
      </p:sp>
      <p:sp>
        <p:nvSpPr>
          <p:cNvPr id="2" name="Espace réservé du numéro de diapositive 1"/>
          <p:cNvSpPr>
            <a:spLocks noGrp="1"/>
          </p:cNvSpPr>
          <p:nvPr>
            <p:ph type="sldNum" sz="quarter" idx="11"/>
          </p:nvPr>
        </p:nvSpPr>
        <p:spPr/>
        <p:txBody>
          <a:bodyPr/>
          <a:lstStyle/>
          <a:p>
            <a:fld id="{114C13B2-D80C-4AED-B714-C3D533287FCA}" type="slidenum">
              <a:rPr lang="fr-FR" b="1"/>
              <a:t>28</a:t>
            </a:fld>
            <a:endParaRPr lang="fr-FR" b="1" dirty="0"/>
          </a:p>
        </p:txBody>
      </p:sp>
      <p:sp>
        <p:nvSpPr>
          <p:cNvPr id="11" name="ZoneTexte 10"/>
          <p:cNvSpPr txBox="1"/>
          <p:nvPr/>
        </p:nvSpPr>
        <p:spPr>
          <a:xfrm>
            <a:off x="4994165" y="4210454"/>
            <a:ext cx="243318" cy="523220"/>
          </a:xfrm>
          <a:prstGeom prst="rect">
            <a:avLst/>
          </a:prstGeom>
          <a:noFill/>
        </p:spPr>
        <p:txBody>
          <a:bodyPr wrap="square" rtlCol="0">
            <a:spAutoFit/>
          </a:bodyPr>
          <a:lstStyle/>
          <a:p>
            <a:r>
              <a:rPr lang="fr-FR" sz="2800" b="1" dirty="0">
                <a:solidFill>
                  <a:schemeClr val="bg1"/>
                </a:solidFill>
                <a:latin typeface="Times New Roman" panose="02020603050405020304" pitchFamily="18" charset="0"/>
                <a:ea typeface="Times New Roman" panose="02020603050405020304" pitchFamily="18" charset="0"/>
                <a:cs typeface="Arial" panose="020B0604020202020204" pitchFamily="34" charset="0"/>
              </a:rPr>
              <a:t>3</a:t>
            </a:r>
          </a:p>
        </p:txBody>
      </p:sp>
      <p:sp>
        <p:nvSpPr>
          <p:cNvPr id="20" name="Cadre 11"/>
          <p:cNvSpPr/>
          <p:nvPr/>
        </p:nvSpPr>
        <p:spPr>
          <a:xfrm>
            <a:off x="3247599" y="1512783"/>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Rectangle 18"/>
          <p:cNvSpPr/>
          <p:nvPr/>
        </p:nvSpPr>
        <p:spPr>
          <a:xfrm>
            <a:off x="3599205" y="1332896"/>
            <a:ext cx="1901483" cy="523220"/>
          </a:xfrm>
          <a:prstGeom prst="rect">
            <a:avLst/>
          </a:prstGeom>
        </p:spPr>
        <p:txBody>
          <a:bodyPr wrap="none">
            <a:spAutoFit/>
          </a:bodyPr>
          <a:lstStyle/>
          <a:p>
            <a:r>
              <a:rPr lang="fr-FR" sz="2800" b="1" dirty="0">
                <a:solidFill>
                  <a:schemeClr val="accent5">
                    <a:lumMod val="75000"/>
                  </a:schemeClr>
                </a:solidFill>
                <a:latin typeface="Times New Roman" pitchFamily="18" charset="0"/>
                <a:cs typeface="Times New Roman" pitchFamily="18" charset="0"/>
              </a:rPr>
              <a:t>Conclusion</a:t>
            </a:r>
            <a:endParaRPr lang="en-US" sz="2400" b="1" dirty="0">
              <a:solidFill>
                <a:schemeClr val="accent5">
                  <a:lumMod val="75000"/>
                </a:schemeClr>
              </a:solidFill>
              <a:latin typeface="Times New Roman" pitchFamily="18" charset="0"/>
              <a:cs typeface="Times New Roman" pitchFamily="18" charset="0"/>
            </a:endParaRPr>
          </a:p>
        </p:txBody>
      </p:sp>
      <p:graphicFrame>
        <p:nvGraphicFramePr>
          <p:cNvPr id="18" name="Diagramme 189"/>
          <p:cNvGraphicFramePr/>
          <p:nvPr>
            <p:extLst>
              <p:ext uri="{D42A27DB-BD31-4B8C-83A1-F6EECF244321}">
                <p14:modId xmlns:p14="http://schemas.microsoft.com/office/powerpoint/2010/main" val="3409383064"/>
              </p:ext>
            </p:extLst>
          </p:nvPr>
        </p:nvGraphicFramePr>
        <p:xfrm>
          <a:off x="3004891" y="2190815"/>
          <a:ext cx="7421154" cy="4024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 Box 19">
            <a:extLst>
              <a:ext uri="{FF2B5EF4-FFF2-40B4-BE49-F238E27FC236}">
                <a16:creationId xmlns:a16="http://schemas.microsoft.com/office/drawing/2014/main" id="{E0846D6B-7518-45F2-9A90-080334224962}"/>
              </a:ext>
            </a:extLst>
          </p:cNvPr>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16" name="Line 7">
            <a:extLst>
              <a:ext uri="{FF2B5EF4-FFF2-40B4-BE49-F238E27FC236}">
                <a16:creationId xmlns:a16="http://schemas.microsoft.com/office/drawing/2014/main" id="{E47F3C04-D698-4BCE-9680-6CFCA7AF17F6}"/>
              </a:ext>
            </a:extLst>
          </p:cNvPr>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 name="Text Box 19">
            <a:extLst>
              <a:ext uri="{FF2B5EF4-FFF2-40B4-BE49-F238E27FC236}">
                <a16:creationId xmlns:a16="http://schemas.microsoft.com/office/drawing/2014/main" id="{89BEB2B2-1ECA-42FA-854D-7E818D0A47B0}"/>
              </a:ext>
            </a:extLst>
          </p:cNvPr>
          <p:cNvSpPr txBox="1">
            <a:spLocks noChangeArrowheads="1"/>
          </p:cNvSpPr>
          <p:nvPr/>
        </p:nvSpPr>
        <p:spPr bwMode="auto">
          <a:xfrm>
            <a:off x="9677" y="6529419"/>
            <a:ext cx="10948395"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r>
              <a:rPr lang="fr-FR" altLang="fr-FR" sz="1600" b="1" dirty="0">
                <a:solidFill>
                  <a:schemeClr val="bg1"/>
                </a:solidFill>
                <a:latin typeface="Tahoma" panose="020B0604030504040204" pitchFamily="34" charset="0"/>
              </a:rPr>
              <a:t>	</a:t>
            </a:r>
          </a:p>
        </p:txBody>
      </p:sp>
    </p:spTree>
    <p:extLst>
      <p:ext uri="{BB962C8B-B14F-4D97-AF65-F5344CB8AC3E}">
        <p14:creationId xmlns:p14="http://schemas.microsoft.com/office/powerpoint/2010/main" val="3764295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up)">
                                      <p:cBhvr>
                                        <p:cTn id="1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p:bldGraphic spid="18"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2D0984-E966-414F-9BA9-2A1147BF71E1}"/>
              </a:ext>
            </a:extLst>
          </p:cNvPr>
          <p:cNvSpPr>
            <a:spLocks noGrp="1"/>
          </p:cNvSpPr>
          <p:nvPr>
            <p:ph type="sldNum" sz="quarter" idx="11"/>
          </p:nvPr>
        </p:nvSpPr>
        <p:spPr/>
        <p:txBody>
          <a:bodyPr/>
          <a:lstStyle/>
          <a:p>
            <a:fld id="{114C13B2-D80C-4AED-B714-C3D533287FCA}" type="slidenum">
              <a:rPr lang="fr-FR" smtClean="0"/>
              <a:t>29</a:t>
            </a:fld>
            <a:endParaRPr lang="fr-FR"/>
          </a:p>
        </p:txBody>
      </p:sp>
      <p:sp>
        <p:nvSpPr>
          <p:cNvPr id="8" name="Rectangle 3">
            <a:extLst>
              <a:ext uri="{FF2B5EF4-FFF2-40B4-BE49-F238E27FC236}">
                <a16:creationId xmlns:a16="http://schemas.microsoft.com/office/drawing/2014/main" id="{9CAFDBC6-E3F7-40FE-9D0D-57BF178387B0}"/>
              </a:ext>
            </a:extLst>
          </p:cNvPr>
          <p:cNvSpPr txBox="1">
            <a:spLocks noChangeArrowheads="1"/>
          </p:cNvSpPr>
          <p:nvPr/>
        </p:nvSpPr>
        <p:spPr>
          <a:xfrm>
            <a:off x="2971800" y="80596"/>
            <a:ext cx="9220199" cy="533400"/>
          </a:xfrm>
          <a:prstGeom prst="rect">
            <a:avLst/>
          </a:prstGeom>
          <a:solidFill>
            <a:srgbClr val="0080C0"/>
          </a:solidFill>
        </p:spPr>
        <p:txBody>
          <a:bodyPr anchor="ct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ctr">
              <a:defRPr/>
            </a:pPr>
            <a:r>
              <a:rPr lang="fr-FR" sz="2400" b="1" dirty="0">
                <a:solidFill>
                  <a:schemeClr val="bg1"/>
                </a:solidFill>
                <a:latin typeface="Times New Roman" panose="02020603050405020304" pitchFamily="18" charset="0"/>
                <a:cs typeface="Times New Roman" panose="02020603050405020304" pitchFamily="18" charset="0"/>
              </a:rPr>
              <a:t>Conclusion générale et perspective</a:t>
            </a:r>
          </a:p>
        </p:txBody>
      </p:sp>
      <p:sp>
        <p:nvSpPr>
          <p:cNvPr id="9" name="Line 9">
            <a:extLst>
              <a:ext uri="{FF2B5EF4-FFF2-40B4-BE49-F238E27FC236}">
                <a16:creationId xmlns:a16="http://schemas.microsoft.com/office/drawing/2014/main" id="{58FAD773-F7DC-4A53-874D-BEEE5DC96969}"/>
              </a:ext>
            </a:extLst>
          </p:cNvPr>
          <p:cNvSpPr>
            <a:spLocks noChangeShapeType="1"/>
          </p:cNvSpPr>
          <p:nvPr/>
        </p:nvSpPr>
        <p:spPr bwMode="auto">
          <a:xfrm flipV="1">
            <a:off x="2935048" y="661067"/>
            <a:ext cx="9220200" cy="4345"/>
          </a:xfrm>
          <a:prstGeom prst="line">
            <a:avLst/>
          </a:prstGeom>
          <a:noFill/>
          <a:ln w="57150" cmpd="thickThin">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 name="Cadre 11">
            <a:extLst>
              <a:ext uri="{FF2B5EF4-FFF2-40B4-BE49-F238E27FC236}">
                <a16:creationId xmlns:a16="http://schemas.microsoft.com/office/drawing/2014/main" id="{C11CCFF5-9CA2-4DD7-86E1-415F174E0D05}"/>
              </a:ext>
            </a:extLst>
          </p:cNvPr>
          <p:cNvSpPr/>
          <p:nvPr/>
        </p:nvSpPr>
        <p:spPr>
          <a:xfrm>
            <a:off x="2942799" y="1512783"/>
            <a:ext cx="252339" cy="250783"/>
          </a:xfrm>
          <a:prstGeom prst="fram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a:extLst>
              <a:ext uri="{FF2B5EF4-FFF2-40B4-BE49-F238E27FC236}">
                <a16:creationId xmlns:a16="http://schemas.microsoft.com/office/drawing/2014/main" id="{DC3D40B5-7C51-4C04-8CE6-33BD874AFBEB}"/>
              </a:ext>
            </a:extLst>
          </p:cNvPr>
          <p:cNvSpPr/>
          <p:nvPr/>
        </p:nvSpPr>
        <p:spPr>
          <a:xfrm>
            <a:off x="3294405" y="1332896"/>
            <a:ext cx="2076209" cy="523220"/>
          </a:xfrm>
          <a:prstGeom prst="rect">
            <a:avLst/>
          </a:prstGeom>
        </p:spPr>
        <p:txBody>
          <a:bodyPr wrap="none">
            <a:spAutoFit/>
          </a:bodyPr>
          <a:lstStyle/>
          <a:p>
            <a:r>
              <a:rPr lang="fr-FR" sz="2800" b="1" dirty="0">
                <a:solidFill>
                  <a:schemeClr val="accent5">
                    <a:lumMod val="75000"/>
                  </a:schemeClr>
                </a:solidFill>
                <a:latin typeface="Times New Roman" pitchFamily="18" charset="0"/>
                <a:cs typeface="Times New Roman" pitchFamily="18" charset="0"/>
              </a:rPr>
              <a:t>Perspectives</a:t>
            </a:r>
            <a:endParaRPr lang="en-US" sz="2400" b="1" dirty="0">
              <a:solidFill>
                <a:schemeClr val="accent5">
                  <a:lumMod val="75000"/>
                </a:schemeClr>
              </a:solidFill>
              <a:latin typeface="Times New Roman" pitchFamily="18" charset="0"/>
              <a:cs typeface="Times New Roman" pitchFamily="18" charset="0"/>
            </a:endParaRPr>
          </a:p>
        </p:txBody>
      </p:sp>
      <p:sp>
        <p:nvSpPr>
          <p:cNvPr id="14" name="Content Placeholder 2">
            <a:extLst>
              <a:ext uri="{FF2B5EF4-FFF2-40B4-BE49-F238E27FC236}">
                <a16:creationId xmlns:a16="http://schemas.microsoft.com/office/drawing/2014/main" id="{EA569F5D-DFB2-4F52-851F-A3247297CD41}"/>
              </a:ext>
            </a:extLst>
          </p:cNvPr>
          <p:cNvSpPr txBox="1">
            <a:spLocks/>
          </p:cNvSpPr>
          <p:nvPr/>
        </p:nvSpPr>
        <p:spPr>
          <a:xfrm>
            <a:off x="2935048" y="2133093"/>
            <a:ext cx="8065294" cy="3392011"/>
          </a:xfrm>
          <a:prstGeom prst="rect">
            <a:avLst/>
          </a:prstGeom>
          <a:solidFill>
            <a:schemeClr val="accent2">
              <a:lumMod val="40000"/>
              <a:lumOff val="60000"/>
            </a:schemeClr>
          </a:solidFill>
        </p:spPr>
        <p:txBody>
          <a:bodyPr/>
          <a:lstStyle>
            <a:lvl1pPr marL="0" indent="0" algn="l" defTabSz="1088556" rtl="0" eaLnBrk="1" latinLnBrk="0" hangingPunct="1">
              <a:lnSpc>
                <a:spcPct val="120000"/>
              </a:lnSpc>
              <a:spcBef>
                <a:spcPts val="800"/>
              </a:spcBef>
              <a:buFont typeface="Arial" panose="020B0604020202020204" pitchFamily="34" charset="0"/>
              <a:buNone/>
              <a:defRPr kumimoji="1" sz="1600" kern="1200" baseline="0">
                <a:solidFill>
                  <a:schemeClr val="tx2"/>
                </a:solidFill>
                <a:latin typeface="+mn-lt"/>
                <a:ea typeface="+mn-ea"/>
                <a:cs typeface="+mn-cs"/>
              </a:defRPr>
            </a:lvl1pPr>
            <a:lvl2pPr marL="884452" indent="-340174" algn="l" defTabSz="1088556" rtl="0" eaLnBrk="1" latinLnBrk="0" hangingPunct="1">
              <a:spcBef>
                <a:spcPct val="20000"/>
              </a:spcBef>
              <a:buFont typeface="Arial" panose="020B0604020202020204" pitchFamily="34" charset="0"/>
              <a:buChar char="–"/>
              <a:defRPr kumimoji="1" sz="3334" kern="1200">
                <a:solidFill>
                  <a:schemeClr val="tx1"/>
                </a:solidFill>
                <a:latin typeface="+mn-lt"/>
                <a:ea typeface="+mn-ea"/>
                <a:cs typeface="+mn-cs"/>
              </a:defRPr>
            </a:lvl2pPr>
            <a:lvl3pPr marL="1360695" indent="-272139" algn="l" defTabSz="1088556" rtl="0" eaLnBrk="1" latinLnBrk="0" hangingPunct="1">
              <a:spcBef>
                <a:spcPct val="20000"/>
              </a:spcBef>
              <a:buFont typeface="Arial" panose="020B0604020202020204" pitchFamily="34" charset="0"/>
              <a:buChar char="•"/>
              <a:defRPr kumimoji="1" sz="2867" kern="1200">
                <a:solidFill>
                  <a:schemeClr val="tx1"/>
                </a:solidFill>
                <a:latin typeface="+mn-lt"/>
                <a:ea typeface="+mn-ea"/>
                <a:cs typeface="+mn-cs"/>
              </a:defRPr>
            </a:lvl3pPr>
            <a:lvl4pPr marL="1904973"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4pPr>
            <a:lvl5pPr marL="2449251"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5pPr>
            <a:lvl6pPr marL="2993530"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6pPr>
            <a:lvl7pPr marL="3537808"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7pPr>
            <a:lvl8pPr marL="4082085"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8pPr>
            <a:lvl9pPr marL="4626364" indent="-272139" algn="l" defTabSz="1088556"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9pPr>
          </a:lstStyle>
          <a:p>
            <a:pPr algn="just">
              <a:lnSpc>
                <a:spcPct val="150000"/>
              </a:lnSpc>
            </a:pPr>
            <a:r>
              <a:rPr lang="fr-FR" sz="2800" dirty="0">
                <a:latin typeface="Arial" panose="020B0604020202020204" pitchFamily="34" charset="0"/>
                <a:ea typeface="Calibri" panose="020F0502020204030204" pitchFamily="34" charset="0"/>
                <a:cs typeface="Arial" panose="020B0604020202020204" pitchFamily="34" charset="0"/>
              </a:rPr>
              <a:t>Nous espérons que ce travail servira comme une base pour la mise en œuvre de futures applications susceptibles de faciliter davantage l’obtention de l’information la plus pertinente possible en un temps très réduit.</a:t>
            </a:r>
            <a:endParaRPr lang="en-US" sz="2800" dirty="0">
              <a:latin typeface="Arial" panose="020B0604020202020204" pitchFamily="34" charset="0"/>
              <a:ea typeface="Calibri" panose="020F0502020204030204" pitchFamily="34" charset="0"/>
              <a:cs typeface="Arial" panose="020B0604020202020204" pitchFamily="34" charset="0"/>
            </a:endParaRPr>
          </a:p>
        </p:txBody>
      </p:sp>
      <p:sp>
        <p:nvSpPr>
          <p:cNvPr id="15" name="Text Box 19">
            <a:extLst>
              <a:ext uri="{FF2B5EF4-FFF2-40B4-BE49-F238E27FC236}">
                <a16:creationId xmlns:a16="http://schemas.microsoft.com/office/drawing/2014/main" id="{1641A928-901C-4F66-8E25-DFF3ACB172AF}"/>
              </a:ext>
            </a:extLst>
          </p:cNvPr>
          <p:cNvSpPr txBox="1">
            <a:spLocks noChangeArrowheads="1"/>
          </p:cNvSpPr>
          <p:nvPr/>
        </p:nvSpPr>
        <p:spPr bwMode="auto">
          <a:xfrm>
            <a:off x="9677" y="6529419"/>
            <a:ext cx="10948395"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r>
              <a:rPr lang="fr-FR" altLang="fr-FR" sz="1600" b="1" dirty="0">
                <a:solidFill>
                  <a:schemeClr val="bg1"/>
                </a:solidFill>
                <a:latin typeface="Tahoma" panose="020B0604030504040204" pitchFamily="34" charset="0"/>
              </a:rPr>
              <a:t>	</a:t>
            </a:r>
          </a:p>
        </p:txBody>
      </p:sp>
      <p:sp>
        <p:nvSpPr>
          <p:cNvPr id="16" name="Line 7">
            <a:extLst>
              <a:ext uri="{FF2B5EF4-FFF2-40B4-BE49-F238E27FC236}">
                <a16:creationId xmlns:a16="http://schemas.microsoft.com/office/drawing/2014/main" id="{70045741-CA21-4015-807F-3636F0109652}"/>
              </a:ext>
            </a:extLst>
          </p:cNvPr>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Tree>
    <p:extLst>
      <p:ext uri="{BB962C8B-B14F-4D97-AF65-F5344CB8AC3E}">
        <p14:creationId xmlns:p14="http://schemas.microsoft.com/office/powerpoint/2010/main" val="349134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008931-3DB6-4E7F-B752-CBDD2EF2795B}"/>
              </a:ext>
            </a:extLst>
          </p:cNvPr>
          <p:cNvSpPr>
            <a:spLocks noGrp="1"/>
          </p:cNvSpPr>
          <p:nvPr>
            <p:ph type="sldNum" sz="quarter" idx="11"/>
          </p:nvPr>
        </p:nvSpPr>
        <p:spPr/>
        <p:txBody>
          <a:bodyPr/>
          <a:lstStyle/>
          <a:p>
            <a:fld id="{114C13B2-D80C-4AED-B714-C3D533287FCA}" type="slidenum">
              <a:rPr lang="fr-FR" smtClean="0"/>
              <a:t>30</a:t>
            </a:fld>
            <a:endParaRPr lang="fr-FR"/>
          </a:p>
        </p:txBody>
      </p:sp>
      <p:pic>
        <p:nvPicPr>
          <p:cNvPr id="5" name="Image 2">
            <a:extLst>
              <a:ext uri="{FF2B5EF4-FFF2-40B4-BE49-F238E27FC236}">
                <a16:creationId xmlns:a16="http://schemas.microsoft.com/office/drawing/2014/main" id="{8EDBB52F-4163-4EF1-B8AE-EC7B425BE03C}"/>
              </a:ext>
            </a:extLst>
          </p:cNvPr>
          <p:cNvPicPr>
            <a:picLocks noChangeAspect="1"/>
          </p:cNvPicPr>
          <p:nvPr/>
        </p:nvPicPr>
        <p:blipFill>
          <a:blip r:embed="rId2"/>
          <a:stretch>
            <a:fillRect/>
          </a:stretch>
        </p:blipFill>
        <p:spPr>
          <a:xfrm>
            <a:off x="3216111" y="2717800"/>
            <a:ext cx="4991100" cy="20383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4">
            <a:extLst>
              <a:ext uri="{FF2B5EF4-FFF2-40B4-BE49-F238E27FC236}">
                <a16:creationId xmlns:a16="http://schemas.microsoft.com/office/drawing/2014/main" id="{943F7D44-2A05-4C5E-9C87-62C5D97141C5}"/>
              </a:ext>
            </a:extLst>
          </p:cNvPr>
          <p:cNvSpPr txBox="1"/>
          <p:nvPr/>
        </p:nvSpPr>
        <p:spPr>
          <a:xfrm>
            <a:off x="3216110" y="1879600"/>
            <a:ext cx="6943889" cy="523220"/>
          </a:xfrm>
          <a:prstGeom prst="rect">
            <a:avLst/>
          </a:prstGeom>
          <a:noFill/>
        </p:spPr>
        <p:txBody>
          <a:bodyPr wrap="square" rtlCol="0">
            <a:spAutoFit/>
          </a:bodyPr>
          <a:lstStyle/>
          <a:p>
            <a:r>
              <a:rPr lang="fr-FR" sz="2800" b="1" dirty="0">
                <a:solidFill>
                  <a:schemeClr val="tx2">
                    <a:lumMod val="60000"/>
                    <a:lumOff val="40000"/>
                  </a:schemeClr>
                </a:solidFill>
              </a:rPr>
              <a:t>Merci pour votre attention….</a:t>
            </a:r>
          </a:p>
        </p:txBody>
      </p:sp>
      <p:sp>
        <p:nvSpPr>
          <p:cNvPr id="7" name="Text Box 19">
            <a:extLst>
              <a:ext uri="{FF2B5EF4-FFF2-40B4-BE49-F238E27FC236}">
                <a16:creationId xmlns:a16="http://schemas.microsoft.com/office/drawing/2014/main" id="{7B094F25-A7A4-45F2-B853-E4A82B8423D5}"/>
              </a:ext>
            </a:extLst>
          </p:cNvPr>
          <p:cNvSpPr txBox="1">
            <a:spLocks noChangeArrowheads="1"/>
          </p:cNvSpPr>
          <p:nvPr/>
        </p:nvSpPr>
        <p:spPr bwMode="auto">
          <a:xfrm>
            <a:off x="9677" y="6529419"/>
            <a:ext cx="10948395" cy="338554"/>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fr-FR" altLang="fr-FR" sz="1200" b="1" dirty="0">
                <a:solidFill>
                  <a:schemeClr val="bg1"/>
                </a:solidFill>
                <a:latin typeface="Tahoma" panose="020B0604030504040204" pitchFamily="34" charset="0"/>
              </a:rPr>
              <a:t>	</a:t>
            </a:r>
            <a:r>
              <a:rPr lang="fr-FR" altLang="fr-FR" sz="1600" b="1" dirty="0">
                <a:solidFill>
                  <a:schemeClr val="bg1"/>
                </a:solidFill>
                <a:latin typeface="Tahoma" panose="020B0604030504040204" pitchFamily="34" charset="0"/>
              </a:rPr>
              <a:t>						</a:t>
            </a:r>
          </a:p>
        </p:txBody>
      </p:sp>
      <p:sp>
        <p:nvSpPr>
          <p:cNvPr id="8" name="Line 7">
            <a:extLst>
              <a:ext uri="{FF2B5EF4-FFF2-40B4-BE49-F238E27FC236}">
                <a16:creationId xmlns:a16="http://schemas.microsoft.com/office/drawing/2014/main" id="{FEF71B0E-3808-49D4-A2D6-FF67344FABED}"/>
              </a:ext>
            </a:extLst>
          </p:cNvPr>
          <p:cNvSpPr>
            <a:spLocks noChangeShapeType="1"/>
          </p:cNvSpPr>
          <p:nvPr/>
        </p:nvSpPr>
        <p:spPr bwMode="auto">
          <a:xfrm>
            <a:off x="0" y="6459062"/>
            <a:ext cx="10955214" cy="12026"/>
          </a:xfrm>
          <a:prstGeom prst="line">
            <a:avLst/>
          </a:prstGeom>
          <a:noFill/>
          <a:ln w="57150" cmpd="thinThick">
            <a:solidFill>
              <a:srgbClr val="0080C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 name="Text Box 19">
            <a:extLst>
              <a:ext uri="{FF2B5EF4-FFF2-40B4-BE49-F238E27FC236}">
                <a16:creationId xmlns:a16="http://schemas.microsoft.com/office/drawing/2014/main" id="{38E218B2-7A58-4C17-A49A-D87068E8D4D1}"/>
              </a:ext>
            </a:extLst>
          </p:cNvPr>
          <p:cNvSpPr txBox="1">
            <a:spLocks noChangeArrowheads="1"/>
          </p:cNvSpPr>
          <p:nvPr/>
        </p:nvSpPr>
        <p:spPr bwMode="auto">
          <a:xfrm>
            <a:off x="9677" y="6529419"/>
            <a:ext cx="10948395" cy="369332"/>
          </a:xfrm>
          <a:prstGeom prst="rect">
            <a:avLst/>
          </a:prstGeom>
          <a:solidFill>
            <a:srgbClr val="008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fr-FR" sz="1800" b="1" i="0" u="none" strike="noStrike" kern="1200" cap="none" spc="0" normalizeH="0" baseline="0" noProof="0" dirty="0">
                <a:ln>
                  <a:noFill/>
                </a:ln>
                <a:solidFill>
                  <a:prstClr val="white">
                    <a:lumMod val="85000"/>
                  </a:prstClr>
                </a:solidFill>
                <a:effectLst/>
                <a:uLnTx/>
                <a:uFillTx/>
                <a:latin typeface="Open Sans"/>
                <a:cs typeface="+mn-cs"/>
              </a:rPr>
              <a:t>Détection des tendances émergentes dans l’exploration de données textuelles</a:t>
            </a:r>
            <a:r>
              <a:rPr lang="fr-FR" altLang="fr-FR" sz="1600" b="1" dirty="0">
                <a:solidFill>
                  <a:schemeClr val="bg1"/>
                </a:solidFill>
                <a:latin typeface="Tahoma" panose="020B0604030504040204" pitchFamily="34" charset="0"/>
              </a:rPr>
              <a:t>	</a:t>
            </a:r>
          </a:p>
        </p:txBody>
      </p:sp>
    </p:spTree>
    <p:extLst>
      <p:ext uri="{BB962C8B-B14F-4D97-AF65-F5344CB8AC3E}">
        <p14:creationId xmlns:p14="http://schemas.microsoft.com/office/powerpoint/2010/main" val="847196167"/>
      </p:ext>
    </p:extLst>
  </p:cSld>
  <p:clrMapOvr>
    <a:masterClrMapping/>
  </p:clrMapOvr>
</p:sld>
</file>

<file path=ppt/theme/theme1.xml><?xml version="1.0" encoding="utf-8"?>
<a:theme xmlns:a="http://schemas.openxmlformats.org/drawingml/2006/main" name="Vega - Head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prstDash val="sysDot"/>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solidFill>
              <a:schemeClr val="accent6"/>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2"/>
          </a:solidFill>
          <a:prstDash val="sysDot"/>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Vega - Footer Only">
  <a:themeElements>
    <a:clrScheme name="Veg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1_Vega - Footer Only">
  <a:themeElements>
    <a:clrScheme name="Veg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2_Vega - Footer Only">
  <a:themeElements>
    <a:clrScheme name="Veg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2_Vega - Head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prstDash val="sysDot"/>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solidFill>
              <a:schemeClr val="accent6"/>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2"/>
          </a:solidFill>
          <a:prstDash val="sysDot"/>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6.xml><?xml version="1.0" encoding="utf-8"?>
<a:theme xmlns:a="http://schemas.openxmlformats.org/drawingml/2006/main" name="Vega - Free">
  <a:themeElements>
    <a:clrScheme name="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7.xml><?xml version="1.0" encoding="utf-8"?>
<a:theme xmlns:a="http://schemas.openxmlformats.org/drawingml/2006/main" name="4_Vega - Head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prstDash val="sysDot"/>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solidFill>
              <a:schemeClr val="accent6"/>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2"/>
          </a:solidFill>
          <a:prstDash val="sysDot"/>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8.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docProps/app.xml><?xml version="1.0" encoding="utf-8"?>
<Properties xmlns="http://schemas.openxmlformats.org/officeDocument/2006/extended-properties" xmlns:vt="http://schemas.openxmlformats.org/officeDocument/2006/docPropsVTypes">
  <Template>Ion</Template>
  <TotalTime>14850</TotalTime>
  <Words>2333</Words>
  <Application>Microsoft Office PowerPoint</Application>
  <PresentationFormat>Widescreen</PresentationFormat>
  <Paragraphs>414</Paragraphs>
  <Slides>30</Slides>
  <Notes>29</Notes>
  <HiddenSlides>0</HiddenSlides>
  <MMClips>0</MMClips>
  <ScaleCrop>false</ScaleCrop>
  <HeadingPairs>
    <vt:vector size="6" baseType="variant">
      <vt:variant>
        <vt:lpstr>Fonts Used</vt:lpstr>
      </vt:variant>
      <vt:variant>
        <vt:i4>15</vt:i4>
      </vt:variant>
      <vt:variant>
        <vt:lpstr>Theme</vt:lpstr>
      </vt:variant>
      <vt:variant>
        <vt:i4>7</vt:i4>
      </vt:variant>
      <vt:variant>
        <vt:lpstr>Slide Titles</vt:lpstr>
      </vt:variant>
      <vt:variant>
        <vt:i4>30</vt:i4>
      </vt:variant>
    </vt:vector>
  </HeadingPairs>
  <TitlesOfParts>
    <vt:vector size="52" baseType="lpstr">
      <vt:lpstr>Arial</vt:lpstr>
      <vt:lpstr>Calibri</vt:lpstr>
      <vt:lpstr>Century Gothic</vt:lpstr>
      <vt:lpstr>Gill Sans</vt:lpstr>
      <vt:lpstr>Lato Light</vt:lpstr>
      <vt:lpstr>Lato Regular</vt:lpstr>
      <vt:lpstr>Open Sans</vt:lpstr>
      <vt:lpstr>Open Sans Light</vt:lpstr>
      <vt:lpstr>Oswald Light</vt:lpstr>
      <vt:lpstr>Route 159 SemiBold</vt:lpstr>
      <vt:lpstr>Route 159 UltraLight</vt:lpstr>
      <vt:lpstr>Segoe UI Light</vt:lpstr>
      <vt:lpstr>Tahoma</vt:lpstr>
      <vt:lpstr>Times New Roman</vt:lpstr>
      <vt:lpstr>Wingdings</vt:lpstr>
      <vt:lpstr>Vega - Header</vt:lpstr>
      <vt:lpstr>Vega - Footer Only</vt:lpstr>
      <vt:lpstr>1_Vega - Footer Only</vt:lpstr>
      <vt:lpstr>2_Vega - Footer Only</vt:lpstr>
      <vt:lpstr>2_Vega - Header</vt:lpstr>
      <vt:lpstr>Vega - Free</vt:lpstr>
      <vt:lpstr>4_Vega - Header</vt:lpstr>
      <vt:lpstr>Détection des tendances émergentes dans l’exploration de données textuelles</vt:lpstr>
      <vt:lpstr>PowerPoint Presentation</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asma khmiri</dc:creator>
  <cp:lastModifiedBy>malek boulouednine</cp:lastModifiedBy>
  <cp:revision>893</cp:revision>
  <dcterms:created xsi:type="dcterms:W3CDTF">2019-06-17T14:02:38Z</dcterms:created>
  <dcterms:modified xsi:type="dcterms:W3CDTF">2021-12-10T23:35:55Z</dcterms:modified>
</cp:coreProperties>
</file>